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55448"/>
            <a:ext cx="118872" cy="1188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1280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D28D9"/>
                </a:solidFill>
              </a:rPr>
              <a:t>SYSTEMARCHITEKTUR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Container-Aufbau im Docker-Compose-Stack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Sieben produktive Container teilen ein internes Netzwerk. Nach außen ist nur Nginx sichtbar; Datenbank, Queue, Worker und OSRM bleiben interne Services.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43584"/>
            <a:ext cx="562356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35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Docker Compose: 7 Container · 1 internes Netzwerk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79392" y="1325880"/>
            <a:ext cx="1554480" cy="201168"/>
          </a:xfrm>
          <a:prstGeom prst="rect">
            <a:avLst/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9392" y="13258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prod: + nginx edge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1627632"/>
            <a:ext cx="1783080" cy="29260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6276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🖥  Browser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31820" y="1920240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4660" y="197510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2103120"/>
            <a:ext cx="2514600" cy="420624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103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🛡  pharma-nginx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/api → backend  ·  / → frontend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1820" y="2523744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13332" y="2651760"/>
            <a:ext cx="16184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1820" y="2651760"/>
            <a:ext cx="16184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13332" y="2651760"/>
            <a:ext cx="0" cy="21945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0308" y="2651760"/>
            <a:ext cx="0" cy="21945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871216"/>
            <a:ext cx="2057400" cy="493776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87121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React + MapLibre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intern 80  ·  dev 5173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42032" y="3118104"/>
            <a:ext cx="117957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7016" y="30175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21608" y="2871216"/>
            <a:ext cx="2057400" cy="493776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287121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FastAPI REST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intern 8000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0308" y="3364992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3148" y="34198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" y="3566160"/>
            <a:ext cx="1078992" cy="566928"/>
          </a:xfrm>
          <a:prstGeom prst="rect">
            <a:avLst/>
          </a:prstGeom>
          <a:solidFill>
            <a:srgbClr val="F8FAFC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" y="35661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postgres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5432 intern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15668" y="3849624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007108" y="3566160"/>
            <a:ext cx="1078992" cy="566928"/>
          </a:xfrm>
          <a:prstGeom prst="rect">
            <a:avLst/>
          </a:prstGeom>
          <a:solidFill>
            <a:srgbClr val="FFF5F5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07108" y="35661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redis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6379 intern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86100" y="3849624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177540" y="3566160"/>
            <a:ext cx="1078992" cy="566928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7540" y="35661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worker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async pipeline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56532" y="3849624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347972" y="3566160"/>
            <a:ext cx="1078992" cy="566928"/>
          </a:xfrm>
          <a:prstGeom prst="rect">
            <a:avLst/>
          </a:prstGeom>
          <a:solidFill>
            <a:srgbClr val="FAF5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7972" y="35661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osrm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5000 intern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24528" y="4224528"/>
            <a:ext cx="1627632" cy="192024"/>
          </a:xfrm>
          <a:prstGeom prst="rect">
            <a:avLst/>
          </a:prstGeom>
          <a:solidFill>
            <a:srgbClr val="FAF5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28" y="4224528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🗺  OSRM-Datenvolumen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62472" y="12984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Rollen im Stack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062472" y="1746504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1682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nginx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168249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Reverse Proxy, VPN-Edge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1943100"/>
            <a:ext cx="288036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62472" y="206197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19979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frontend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95160" y="199796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Karte, Dashboard, Pipeline UI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62472" y="2258568"/>
            <a:ext cx="288036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62472" y="237744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23134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backend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95160" y="23134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REST-API und Orchestrierung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62472" y="2574036"/>
            <a:ext cx="288036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62472" y="269290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9632" y="26289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worker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95160" y="262890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lange Pipeline-Läufe async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62472" y="2889504"/>
            <a:ext cx="288036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62472" y="3008376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29443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redis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995160" y="2944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Broker und Task-Status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62472" y="3204972"/>
            <a:ext cx="288036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62472" y="3323844"/>
            <a:ext cx="82296" cy="822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9632" y="32598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postgres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995160" y="325983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PostGIS, Hubs, Routen, KPIs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062472" y="3520440"/>
            <a:ext cx="288036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62472" y="36393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9632" y="35753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osrm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995160" y="357530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Straßendistanzen und Fahrzeiten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62472" y="3945636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17336" y="3945636"/>
            <a:ext cx="2825496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90488" y="40096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Warum diese Trennung?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190488" y="42199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Pipeline-Läufe dauern Minuten: FastAPI nimmt den Auftrag an, Redis puffert ihn, Celery rechnet im Hintergrund und PostgreSQL speichert jedes Ergebnis.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47472" y="4956048"/>
            <a:ext cx="844905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7472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Optimierung von Logistikrouten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412480" y="498348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Compose Architektur</dc:title>
  <dc:subject>PptxGenJS Presentation</dc:subject>
  <dc:creator>PptxGenJS</dc:creator>
  <cp:lastModifiedBy>PptxGenJS</cp:lastModifiedBy>
  <cp:revision>1</cp:revision>
  <dcterms:created xsi:type="dcterms:W3CDTF">2026-06-11T10:56:46Z</dcterms:created>
  <dcterms:modified xsi:type="dcterms:W3CDTF">2026-06-11T10:56:46Z</dcterms:modified>
</cp:coreProperties>
</file>