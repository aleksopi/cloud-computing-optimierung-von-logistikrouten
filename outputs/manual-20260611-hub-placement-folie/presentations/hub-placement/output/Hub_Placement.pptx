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01190c3774cbf" /><Relationship Type="http://schemas.openxmlformats.org/officeDocument/2006/relationships/extended-properties" Target="/docProps/app.xml" Id="Rd1302a7cb5394327" /><Relationship Type="http://schemas.openxmlformats.org/officeDocument/2006/relationships/officeDocument" Target="/ppt/presentation.xml" Id="Rdd59716fba31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b7c499eb24454"/>
  </p:sldMasterIdLst>
  <p:notesMasterIdLst>
    <p:notesMasterId xmlns:r="http://schemas.openxmlformats.org/officeDocument/2006/relationships" r:id="Rf1b4b316f5b044dd"/>
  </p:notesMasterIdLst>
  <p:sldIdLst>
    <p:sldId xmlns:r="http://schemas.openxmlformats.org/officeDocument/2006/relationships" id="256" r:id="Ra3f39d2a2c994c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06ec775d84be7" /><Relationship Type="http://schemas.openxmlformats.org/officeDocument/2006/relationships/slideMaster" Target="/ppt/slideMasters/slideMaster1.xml" Id="Ra5bb7c499eb24454" /><Relationship Type="http://schemas.openxmlformats.org/officeDocument/2006/relationships/notesMaster" Target="/ppt/notesMasters/notesMaster1.xml" Id="Rf1b4b316f5b044dd" /><Relationship Type="http://schemas.openxmlformats.org/officeDocument/2006/relationships/presProps" Target="/ppt/presProps.xml" Id="R1e5e22bed8bd448c" /><Relationship Type="http://schemas.openxmlformats.org/officeDocument/2006/relationships/viewProps" Target="/ppt/viewProps.xml" Id="R59f4cd9f95614646" /><Relationship Type="http://schemas.openxmlformats.org/officeDocument/2006/relationships/tableStyles" Target="/ppt/tableStyles.xml" Id="Rd9dc022386a84661" /><Relationship Type="http://schemas.openxmlformats.org/officeDocument/2006/relationships/slide" Target="/ppt/slides/slide1.xml" Id="Ra3f39d2a2c99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a15d4b22240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682c6a131e488a" /><Relationship Type="http://schemas.openxmlformats.org/officeDocument/2006/relationships/notesMaster" Target="/ppt/notesMasters/notesMaster1.xml" Id="R7a17e2b15ef3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erklärt Hub Placement. Nach der Bedarfsermittlung werden Apotheken nach demand gewichtet. Der Greedy-p-Median wählt iterativ den Standort, der die gewichtete Entfernung zu den Apotheken am stärksten reduziert. Zusätzlich gibt es reale Nebenbedingungen: VZ sind auf 4 bis 6 begrenzt, müssen voneinander Abstand halten und Kapazität besitzen; mVZ werden bedarfsabhängig als lokale Hubs platziert. Hubs mit weniger als 10 Prozent Auslastung werden entfernt und die Apotheken neu zugeordnet.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4f936f431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cae21eba964592" /><Relationship Type="http://schemas.openxmlformats.org/officeDocument/2006/relationships/slideLayout" Target="/ppt/slideLayouts/slideLayout1.xml" Id="Ra3dda328f9b3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da328f9b3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ec61ea6284d6f" /><Relationship Type="http://schemas.openxmlformats.org/officeDocument/2006/relationships/image" Target="/ppt/media/image.png" Id="Rf9aeffa1e1ae4550" /><Relationship Type="http://schemas.openxmlformats.org/officeDocument/2006/relationships/image" Target="/ppt/media/image.svg" Id="Rc38f0b63e89344b9" /><Relationship Type="http://schemas.openxmlformats.org/officeDocument/2006/relationships/image" Target="/ppt/media/image2.png" Id="R0f73173bd6f54591" /><Relationship Type="http://schemas.openxmlformats.org/officeDocument/2006/relationships/image" Target="/ppt/media/image2.svg" Id="Rd737a25acbe049e9" /><Relationship Type="http://schemas.openxmlformats.org/officeDocument/2006/relationships/image" Target="/ppt/media/image3.png" Id="Ra7d05b05aefb4388" /><Relationship Type="http://schemas.openxmlformats.org/officeDocument/2006/relationships/image" Target="/ppt/media/image3.svg" Id="R06289e78cc61472c" /><Relationship Type="http://schemas.openxmlformats.org/officeDocument/2006/relationships/notesSlide" Target="/ppt/notesSlides/notesSlide1.xml" Id="R71b59c68410b43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FA916-9315-4905-9A14-B4460604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7CC5-8410-438D-ACB9-53E6255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E3CB9-D6C1-4282-961F-D4C3B4E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HUB PLACEMENT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81391-B22E-4095-A7D6-AB5658B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Verteilzentren dort platzieren, wo Bedarf Wege spart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5E7F-9AF6-44F7-8A7B-1166B252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Aus Apothekenstandorten und demand-Werten entsteht ein mehrstufiges Netz aus HQ, regionalen VZ und lokalen mVZ. Greedy-p-Median minimiert die gewichtete Entfernung zu den Apotheken.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285A1-16DD-4777-928E-539D7D0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AAAE4-ED54-445F-93BF-8628489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8FF67-58F4-43CB-9F9E-D8189A2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F0C5F-A08E-46DE-B726-D954B73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DF58F-A4CA-469C-AEA1-4674681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effa1e1ae4550">
            <a:extLst>
              <a:ext uri="{96DAC541-7B7A-43D3-8B79-37D633B846F1}">
                <asvg:svgBlip xmlns:asvg="http://schemas.microsoft.com/office/drawing/2016/SVG/main" r:embed="Rc38f0b63e89344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2619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54B8D-B4AE-4E16-8E26-95352920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Gewichten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E2781-B8DB-4394-94B2-D16BAEE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33700"/>
            <a:ext cx="224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Jede Apotheke zählt proportional zu ihrem Bedarf: demand / Durchschnitt.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78DC3-E748-47CD-9539-48CC4BA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DFB8E-7F43-4E98-977E-852FBDD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5C8D6-CCDD-4536-A464-D39DAF3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58667-6420-456B-B20D-48D1C35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9AA61-3864-42A8-972B-3A164637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3173bd6f54591">
            <a:extLst>
              <a:ext uri="{96DAC541-7B7A-43D3-8B79-37D633B846F1}">
                <asvg:svgBlip xmlns:asvg="http://schemas.microsoft.com/office/drawing/2016/SVG/main" r:embed="Rd737a25acbe049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8957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A0066-2C30-4C88-A393-0F2370AB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Greedy wählen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9AB0B-B527-4E12-8A02-331DB3E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0050"/>
            <a:ext cx="224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Der nächste Hub ist der Kandidat mit dem größten gewichteten Distanzgewinn.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BB548-B375-48DB-B5BB-D1151B1B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27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CDA0C-2FE5-4AA9-9352-A68EB9D5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327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B16B0-B8B5-40B0-BD15-F2ED59B9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43190-E995-46A8-B158-BA99E12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7DBE0-24B3-4A01-8AB7-83E4F22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05b05aefb4388">
            <a:extLst>
              <a:ext uri="{96DAC541-7B7A-43D3-8B79-37D633B846F1}">
                <asvg:svgBlip xmlns:asvg="http://schemas.microsoft.com/office/drawing/2016/SVG/main" r:embed="R06289e78cc6147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51720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FC1A8-A4CD-4FC6-824F-7A6BD162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Bereinigen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D81F5-5692-4E9A-8064-2E9D70DD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Kapazität und Mindestauslastung entscheiden, welche Hubs bleiben.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BB384-A5C7-414C-8264-CDD9463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354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17B076-3795-48AA-98FB-0D174E7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score = gewichteter Distanzgewinn - Lagerkosten-Penalty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8AEF3-B312-41B2-8422-25CCAFA3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3543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781C0-9AAE-49DE-A494-C0E443D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HQ-Kapazität = 1,30 × Gesamtbedarf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A2232-11E1-424E-92E5-85A18D2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6200"/>
            <a:ext cx="35433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BD580-BF27-4413-8876-281A5E5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35433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35258-9EDF-415B-84DA-3BA78C8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Nebenbedingungen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1C422-0E4E-4210-B9B8-7C76B73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0D2E88-85BA-4A96-90E7-956A8B5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24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VZ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66D2D-A36A-4196-90F4-DC3AE4E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4-6 Standorte, mind. 40 km Abstand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B0BCA-9559-4302-9231-6BC80199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38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DD71B3-CFDF-4EB8-BDFC-1039421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00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mVZ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FB171-2313-48F4-9584-9FB3CB01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00575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bedarfsabhängig, mind. 18 km Abstand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EA5836-D9BC-4DDC-940C-6AD9C45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BC3D88-4EA0-4ABE-B6D5-B864ECA7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76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Kapazität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2E8576-C51F-4B6F-86BD-EA45AC4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768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VZ 600, mVZ 125 Einheiten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7105EF-C1C2-412D-AA5B-FE3CBC4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91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133822-31C4-42DE-97A2-9EB9A4D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530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Auslastung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1EDE32-FE59-4646-BBC8-53892DD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53025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Hubs unter 10 % werden entfernt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9A6F98-0468-441F-9427-0788F7DF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295650" cy="33909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F5041D-4EFC-4286-B471-38036E98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295650" cy="33909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CAF8FD-EED7-4A37-8319-63D6D4C6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Zielbild des Hub Placement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58C937-4765-4F2C-870C-3447822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schematisch auf echten Apothekenpunkten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F1C24E-D65C-4DC2-9B30-E765618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479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DE7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F6C5AC-9508-42F0-AC0D-2CD6BAC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990" y="369197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68F104-54C9-49F2-831A-405EA0F7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737" y="34255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C803DD-6E81-419B-9B18-57DBC61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133" y="37081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C90F54-73CF-4697-9150-DF2A3E51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551" y="383162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E21C2A-CB63-47BF-B577-2AAD75D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02" y="3431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D112F3-3D04-46A3-93C8-EEFF423F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158" y="33567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3F49B0-D40C-43F3-97EE-C27400F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951" y="3919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47AEEB-4BE6-491E-8C2C-990CD48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253" y="416761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E791CA-271B-4A7B-B8D7-72ED479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426" y="33548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7D584C-591A-4891-91C4-5AF5323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158" y="43288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F3D728-CA9D-4BE6-9CE7-FB055A5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83" y="372612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1BE5E6-DDD9-47A2-A8CD-D04F41D5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729" y="431125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71F00D-0934-4F02-BDE5-CF66FF5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412" y="37033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6A3D99-DF70-4ECE-A03B-A6E115DF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661" y="42409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625C7-E432-4FFB-8C37-E4D7BA45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455" y="4873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E14AA9-510E-4B6D-894F-5162CFC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508" y="441798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06B0D1-B726-47C3-8D2A-7DA9F2C2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789" y="379593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D89E57-39C7-465E-8072-94D3709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721" y="47996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5E70ED-1177-4741-A00C-2C53AA3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595" y="35677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CA1E5E-E182-4D07-9574-3DB7CA72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895" y="44193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0FBAEA-1974-4708-8352-77BBB1D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110" y="35793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9CC6D6-095E-40F3-A6DF-A9D14E0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594" y="394410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D356B1-4226-4F52-BE32-C92B373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777" y="35259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AA82C3-F22C-4560-A89B-B2E07837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370" y="39493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07667B-C76D-4EE7-8F19-04DE763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147" y="4261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23A903-9849-497C-B918-3F8557A7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881" y="496121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79D1A4-CE55-42CD-977D-3536B27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751" y="35776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F6057D-F458-4612-8DFF-9C30E4EF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001" y="49659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5E1B6-5C2C-4314-AE4D-633F2FD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969" y="35857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43D49B-B3D6-4058-8612-FCE2030F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907" y="444466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D3F0C0-60E0-43A9-8BE0-DA199780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190" y="33963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055776-E389-4CB3-A361-39201F4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975" y="49533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700144-4784-4F44-A566-7ECE348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863" y="44514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3A0A0A-6B30-462D-93FA-201F20F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696" y="442961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528599-9CD7-487A-A772-EE6CBBB3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42" y="35222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CC30CD-CE1B-4BB9-8B13-DF6982C9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164" y="43396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03E5A1-00A0-4B50-A488-099EFCF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51" y="48123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1ECB82-9170-431B-B44D-FB77273A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629" y="36792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9FED69B-66ED-47A4-8DBC-844AF445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75" y="354437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D4B52A-D68E-4D6A-8DA7-982BEB3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263" y="33471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A5FB709-538A-41D9-BE62-0CE0D6D4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690" y="43186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CED0FC-7A32-4BF6-B3CC-9878547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531" y="47127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E77DE0C-AE7C-4084-B455-62839456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671" y="37959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E793C72-35BA-43F4-B028-D32AFE3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95" y="38631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DB9C00-3835-4C8C-A3B5-2F450ED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662" y="38803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ADE7AAB-65AE-4961-86AD-C8AD24F2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903" y="399959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8AD8CB1-1D70-40D9-8F11-56C0D68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924" y="412509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4202D9-B60E-4022-A54B-EF76FBA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731" y="40947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50F7D49-9B0E-46A7-8518-0426017A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204" y="400610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FC73FF-349C-4999-A406-C2AF8E4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0003" y="340281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19668F-6074-4CA7-A6D5-E0575119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772" y="47989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FDEA75F-F31D-4D93-A03F-ACA8971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422" y="449975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45599B-7E6E-4476-BE26-6342C81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661" y="44967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8B0B4C-23BF-457D-A07D-AA3C370F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583" y="449180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DCB2E2-93A8-4977-8A40-555F90F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242" y="351161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B0FF23-20D4-419C-8798-3A2EE470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405" y="335946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940B71-9643-477A-AB1F-45228948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170" y="35807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6C4E96-8616-40FE-A5C2-A3B3BEC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808" y="35403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9877783-58A7-4FF6-9222-FC03BA49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763" y="35024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0C163EC-6675-4DBB-867C-E239F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140" y="348183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8EC246-29A7-44D6-A169-42F2F5A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696" y="44840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1786D7-4B8B-474A-988D-894205B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607" y="47753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184D497-AFB6-42AF-BEEE-2A2A8CD2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464" y="35525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801E09-3D00-4145-B008-D13FEEF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086" y="376275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5BDC474-8CA1-467A-9797-609467B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346" y="35285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194FECF-7970-4508-A4AD-5A6AE79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202" y="49495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853FD76-F9E0-409A-A2D4-2379F3E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34" y="354451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F91B26F-4841-4B4C-A906-B56286D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8" y="47626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F3CF9F9-F744-4FBE-B4A3-C2BEEB48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288" y="34586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E364800-BD76-4B84-AA2F-FB0BBBD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702" y="3530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E58A01-B8A0-4021-BB6B-F9D2771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652" y="39982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B1BD813-E2BE-4511-B52A-17B10CB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69" y="47491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803289C-3AA1-4643-BDFB-6E9BD91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07" y="47625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575340-E0C9-4E85-BDF6-247AEE1B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940" y="36690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950B56-5B98-4387-98E3-2D5733CD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227" y="494191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1C29C14-23D2-4B11-852E-EC8C84A7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183" y="46701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7128F7-F641-4D17-932D-EEBFF372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703" y="3809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4FAC85E-98C2-4D0D-BD43-C289920A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071" y="47498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04696F-5770-46BD-8131-E73C4AB2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577" y="41684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FD85C5-A2C8-40BB-9263-42E34AC1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091" y="34752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E7EFAF6-1254-43D7-8F4F-CD9B14D1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007" y="3422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B272F1-A09A-420C-8327-D5B5AB3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536" y="35819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4E5DA74-1B17-41C3-B33B-EBE4661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281" y="34899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DFB4AE6-5AE2-4E30-B6EB-2FDA577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07" y="354251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C4F3A1B-413B-4CE3-B5B8-249BDE7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2867" y="455671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50AA551-FA7D-4E28-A1A5-9B0BB724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199" y="356069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E6A9081-09E9-42C3-B97F-06DABDFB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8941" y="3836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84E8A25-E0A6-4A0F-98B4-1859A87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323" y="39946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AEFB6D-ECB1-499A-B249-6A5EBF0F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67" y="4765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A1B6E99-AEC6-4D0D-BCB2-EE8CDB28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707" y="35242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92FC0C1-3294-44DF-80F2-BE0FAF2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099" y="40989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92D38F3-4B41-4231-934B-36B88C8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913" y="40021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1C1DBD-DBF6-4192-A514-0C8865B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87" y="35779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87A6D76-4D2F-4E1F-916A-3A14927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694" y="35791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8FD8CD7-6C82-460E-9327-129BB8A5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976" y="398341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D0C351A-D5FC-4356-AAE5-89E8AFBA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764" y="38606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F590290-5BA5-49D4-A95C-751EB9B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996" y="42651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59431E3-AB34-419D-978F-75B2FB4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916" y="35106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E8A803D-D6B0-47D2-8EDD-EF5CAD4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19" y="48665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5BAD720-4DAC-4B07-A7FC-8AEBDC12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776" y="33630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514F58F-8348-41FB-9CFC-F39A9BFB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021" y="44488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6214BF8-8C43-49B0-989F-5AC4AF86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483" y="4421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286E8C-B7E2-4EB1-BF6C-E3B3BD1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954" y="441818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B8CC8B7-A4C5-4ECA-BA88-173201E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14" y="388896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3A23400-4D0C-40EB-B1DF-32EB9AA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246" y="40132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8538656-8039-4FAB-9B83-31ECC9A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002" y="343988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5AA1025-7503-44ED-B538-C001FB6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46" y="34250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CA7EE8C-2A22-4ED2-9A5D-5006615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02" y="35643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5BBCE61-63E2-471C-B4EB-2FF43C4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436" y="36764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94DB3AB-DC66-478C-9861-008C71A0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405" y="36107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8C7630C-3AC3-4524-9CEF-4AE409C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409" y="35363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CEFB806-B134-4FC2-A000-520C334F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135" y="33645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F36ECC5-2A8D-488C-A2CD-B6E763B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49" y="340041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E4F5D8F-AE38-4D3B-89F5-573FC88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242" y="40959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8A90FB9-06C1-4139-9D1F-28AF1152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690" y="485898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3AE5BC4-CB6E-471D-A706-A91811CD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167" y="33879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11C6A22-16FF-49DD-97F2-CEBE539C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579" y="37623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580437A-75B8-4C85-B917-8065FB45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90" y="44419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BED4C36-8D0E-43A6-A2BA-1C2DAC2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53" y="35529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4126268-B7D8-4E02-9F02-32207A7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125" y="388312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19AD874-72F7-4FD2-86EA-D9522D02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943" y="336925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E236BBA-E0B9-4CCD-B7B6-CF3ED92D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696" y="352510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53A2E9B-635D-4DF9-92A7-6E8409CE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37" y="44467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CCE0F10-57DA-4394-B450-2C95B66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7" y="445922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E26223A-0543-499D-8D82-483C7E1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931" y="48004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384C2F6-8E0C-4095-BDA3-6503396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51" y="33579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2FAD8EF-6515-47FB-B633-617730D5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789" y="34144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7DFB20E-64A9-4FA5-BFFF-52CE6A6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24" y="351512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3342713-6335-40BA-87A3-4F6B62F7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067" y="47725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8CE0B89-B572-4B1E-AA2C-3AF2CDF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069" y="35429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CBFD666-80B2-4EB4-8A59-57868873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383" y="357982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F23DA92-B357-493F-AA2E-38B5A2D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062" y="36815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F5DE9B8-9298-44A0-BE51-4A07A4B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536" y="4754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E6A7954-212B-4B62-AA27-FDFADE0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396" y="345320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02C6F80-8357-4DBD-8640-D6A70BA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80" y="34922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F1DEA78-CB72-4B85-A256-A6CA2E03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880" y="47704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FE139D6-A9CE-46FB-936D-6B2EE58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03" y="40543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03DD8CD-EB29-4DA3-A450-D3BB7DA2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345" y="476657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487D649-AFD1-4588-90DF-45923271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736" y="47591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A89C170-82CE-4BC1-BF01-0CDA531A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319" y="47848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BB21828-D618-40A7-9A22-B340883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67" y="47582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CFC09CE-62FB-486A-BC47-025D228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831" y="357555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6DBF4B7-8602-4EA5-921A-56264DA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227" y="322035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825ACFD-01AF-4050-B6AD-278EB7E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927" y="33858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8356137-ADEC-420C-B5E3-5AA59A47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237" y="413598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DB838BC-A025-496B-8A8A-902D7C0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555" y="47652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E82ECA6-885E-442B-8524-627EA8E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521" y="47641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A1AE724-A938-4B55-991A-D91E1A2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407" y="35583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D3DD707-7BAE-44BD-81CA-8A386F76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95" y="47825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A6DC720-7B1E-439D-A328-D7D3AF8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32" y="41494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FA79305-A4F8-45DB-90C6-1A0248AC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544" y="4766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42B6D39-FE02-435F-987A-A447A99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34" y="47629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330EE32-C828-48E9-B1E8-EF9BDF9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038" y="477127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F3E612D-5B2E-49E7-9CC9-99D7755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777" y="47659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293F964-3983-4971-81B6-55CD520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147" y="47531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FE0B21A-791A-499F-AD2A-8543EE3D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1" y="44383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9C0D5CA-A901-4EF0-AEFA-8B1DD94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551" y="42035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D7639D8-4B25-40F1-99C4-CBAA8CF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646" y="448696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7AC4851-26FC-4828-8297-AC7CD844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772" y="359789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26526FF-8B6D-407A-8737-BEBD0D9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29" y="47350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AA555E6-F089-44F4-82F4-910D7CC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76" y="35675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E243904-D8B9-4168-8D9D-63761D35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39" y="3995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7374651-C0CC-4AD3-89FA-2B190107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205" y="47589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5A9FFDE-68DB-4DF8-B4B3-783B49D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616" y="477052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9161C4B-19FB-402F-8922-86DF675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604" y="350345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7DC58CB-9359-4B67-91C2-87486A5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818" y="44394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FCA4059-CCA6-4467-9245-6A0A7B3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123" y="378333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8BE928B-988D-439D-A335-C9DBF24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842" y="35556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FDE4B86-5252-43C2-AAB3-CE63C35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654" y="34765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5B9D029-2ED1-4412-819E-CF85FB5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189" y="42220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098E491-4E32-4745-BE73-C819881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829" y="341431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B747606-2221-414C-9434-C731C4A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407" y="442296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D25153F-7AE3-4E61-8A81-7D39E8C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024" y="32189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973D9E7-B48B-4268-B662-E82C440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832" y="35251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566A80D-77CD-44AD-9E43-B4368065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338" y="36620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43D6FB2-87C0-4498-9B72-4464ED8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239" y="442271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A06AA1F-6302-4DD5-BB86-E1C60CD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076" y="339816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FBB1218-4536-44F8-B45A-4CD2B9A2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879" y="38797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B0764BC-9A49-486E-AB33-A779E53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0" y="434757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BD9AF86-E2AF-44C8-9B35-8BC25631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752" y="42665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51F004A-BD43-4304-B9D6-E523D4ED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590" y="34604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67654BE-FABC-4883-95C6-4E49509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198" y="336734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5859C5F-5F71-4903-B3BE-9000643E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598" y="34513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56AA678-5900-4176-9624-43C7C23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459" y="356431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FD578D9-9815-4190-89EA-CCC91C7A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97" y="38512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343EF28-7F09-4B9C-99F0-311EDFA0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877" y="35831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387A113-2C0D-4BAF-A3D8-E1EE82B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982" y="38885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B83F61-E475-4A64-9FD7-A545CBE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770" y="35226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4FA2210-D541-4723-B33F-65833B5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236" y="47973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21D7246-5D02-4915-A7A7-C460E00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861" y="31964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2F4D77E-5382-4EFC-B003-795D26EA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270" y="44466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05DD922-6656-4F8B-9CFF-D489614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578" y="510718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CA382CE-1F02-4B49-8836-3845E233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336" y="514586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4A91EF3-2A7A-497D-96F4-D7F636A4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414" y="51379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67DB72C-DB5F-4AE0-9FFC-EF1E88F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953" y="425267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DBA4ADB-E5F8-419D-8B13-E83F49F2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328" y="46981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41254E4-25AD-4BDE-9881-52E1EC0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585" y="45237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E3E1E2D-E1C0-480A-8262-E3D0D39E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179" y="51090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AEC7FDA-754F-4EB4-A9DA-8F87175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40" y="43929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AFAA6A1-AF15-4EBE-BCCD-2EB260EE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585" y="51214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CA7E28B-38AD-4E60-809A-4BF6667D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606" y="379808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6B031CF-90DB-4616-837B-93FCDF8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451" y="34009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E3A9FAC-5113-4C21-A2F1-9E39F66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36" y="51410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2798A1C-29BE-4FE2-9777-13ECE17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011" y="36546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CE4B680-13C6-4029-965F-9E4B0818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875" y="33754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3171DD0-C72A-4B35-9927-8C32FA8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71" y="442322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3FB9763-E99C-4902-8885-D825700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827" y="40208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6E67F86-A9A0-4829-AD54-CFF811B1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41" y="44334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922B776-58C9-4945-AB53-3EF61C9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794" y="473736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4DAE3FD-B507-4CE5-814F-E4E4689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085" y="47986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C548787-351A-4F48-81A9-E8797BAD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467" y="35417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B487391-7424-4765-BD1B-E691CE38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130" y="389393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3BF8C48-14C2-45CC-A843-3AA3396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677" y="393533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72256A3-D27F-4B0F-9F51-50450C2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59" y="392703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76FE915-F1B7-45F8-BA6A-B7E759D2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701" y="352938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B9F6108-6EDF-4190-8131-AA5E702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302" y="387997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0339895-51F1-4131-892E-8C5F69A3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487" y="478378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87E2C44-DBDB-4D24-A2E6-24BBAB84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970" y="39764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812C709-710A-4364-97CC-05FCFD17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649" y="444973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626725D-D12B-4DF3-BE30-76DAC95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459" y="35954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2200B12-471D-4DF3-AB2A-9746478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299" y="47457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DC5F277-02CE-4670-A694-7F71843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27" y="481114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2C51675-8CF9-4DE7-BBD0-78A63448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54" y="353673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0BFE3E7-C5D8-478C-A6B5-88D9CE9C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714" y="40773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D6E8EEE-CA4C-429D-A4CE-97E4ED95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05" y="336958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88AE54C-9450-4B39-8C6F-2CF1C68A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45" y="39676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9B1F73B-BDB2-4D27-B0C0-7E576394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685" y="447558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35B014B-0D20-4EE2-A2FA-C56D217A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341" y="49981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FC36F5D-795A-4152-ADF3-536F77D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506" y="477281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6F57938-363D-4A6D-BE18-A7165C27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263" y="36418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68FAEDDE-CF9B-4929-8252-5BC1497F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021" y="40703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DA57268-2E61-4699-81AE-A2CC372D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65" y="401512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3E0DB0D-3338-40AF-A502-8F24B554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674" y="33650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1F7706C-53E4-4688-AF91-71329ED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295" y="4758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62B9D4F-3BC9-4A16-8018-D58FCC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060" y="41293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CD877EAC-2544-40C7-A888-935534F5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095" y="3567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07457A2-66B1-49A6-A7ED-F8C9D7E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953" y="364363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2CE2A58-E9C1-453B-8DD8-9FA08124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049" y="451788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53FFE5D-9ADE-4A11-93F3-0EF5839C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54" y="479903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CB4921D-E6BB-4513-A822-C28196C7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700" y="47547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4FA65AF-C6D9-4D37-94EA-3C2DD414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725" y="3430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7C4AE26-A244-419F-B2C5-52BC7E0E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983" y="47785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2D7E1A6-9D0E-4308-A458-388870E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610" y="36239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7193E2D-B2BF-4529-874B-1CAD5DB6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765" y="44076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5027BFE-7ECD-4557-A89E-6E94C878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98" y="404121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7DF6D2D-A0FB-4C9E-8C35-30D56500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708" y="351055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2AA8DE5-5B2E-4215-8D72-7642AE27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00" y="34054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5DB1F76-0527-4A74-89BA-3E8C775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132" y="33650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C79D76E-BC0E-4CDA-8C41-B20BDA4F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897" y="39054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4454B9B-F73F-481C-A606-E359527C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842" y="477747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F6A2D391-A568-4A02-AE72-274F286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652" y="47352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7F58E95-6FE5-4D16-8A6C-AFB6306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626" y="337042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108CF94-6EB3-4988-A3D7-E623F97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86" y="34763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9005C9B-02E2-4300-987F-53D7BD4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959" y="49690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3E255628-A9FD-4C89-8E2A-CA026CF2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222" y="49818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D0559B4-CB6E-43FF-8B5E-10BB5870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673" y="49599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BA5735D-1987-47CA-8E84-E212B4C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133" y="48245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EF189D2-7741-4BDF-8480-21A3144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143" y="416882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85F5B974-894D-47EB-AF44-6E6EB7A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459" y="351887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56DB729-EECF-47AC-AB57-CAC4D65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191" y="35576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58023FF-8DDE-42F0-99C4-9797A05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94" y="35650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EAE0A86-AFC2-4BBA-9C11-D44DCA7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747" y="356049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2DA2764-568B-499B-AE34-B7108C5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372" y="355711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85A4884-2891-4FB2-B5B8-023B0F0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418" y="34408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94D13DB-B86C-44F1-97BA-7BC6D851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364" y="3567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6825BE6-1BF6-4BCA-BEB9-EABACF8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0" y="474326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4DD987F-75A4-4259-BF0E-CAD42E0E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30" y="46459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779C9AB-D022-4CEE-B9FE-F11EFCE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935" y="4656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F5581EB-46C8-4038-BDBE-4B0E15CF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670" y="467148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2FC59C3-8571-4A69-AB9F-C6D24A25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110" y="45240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3962BD2-7403-4062-BA52-EEC0A3A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951" y="35032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7ABAD2A-0C3B-4071-BC61-14A6DED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194" y="46474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178C15F-0816-4253-81C2-8E5C407E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594" y="34632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CA064DA-55FB-44A9-8FE4-A9568E0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241" y="44223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F07474D-FB46-4F66-A897-C5C27787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676" y="35671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3E34B1F-C289-4436-8BAD-97DB3A5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270" y="45212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D8B16FA-6ACD-4016-B91E-14F219EF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88" y="47753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96F3D48-9190-4AB0-A6AE-0E5DB90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124" y="44605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13CC4B7-B3E2-48CD-B985-11E55631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567" y="47695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662019D-B0C3-4286-B2AD-5417BA4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46" y="4967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8047031-361E-4D4D-AB1D-75049B1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946" y="38614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63450AB1-C186-47E4-962F-BE499E9C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299" y="43330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8C46B56-3544-4C00-90CE-5C5CE04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763" y="39991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DC7A5F5-270D-4B90-8CE5-39006FEC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550" y="442461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DF1A0C4-91BE-4AE5-976D-F9F1F5BF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455" y="417327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EFF2421-0EF2-4881-9AE0-16F95C0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792" y="34033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6DBD06B-C78E-44E2-9B2A-2B5B708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465" y="460519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ED1E8F5-3BD8-4AA4-96C4-0C8F205A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171" y="347956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38F6EDE4-BBCB-49B0-8CD8-CC0BFC7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479" y="40934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76484AA-55FB-4D33-B0A4-556B850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38" y="41540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AB6AAC4-2E1F-4F82-8320-1D7AF700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863" y="37528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768574C8-3B3A-44C8-8A45-38CAD170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8" y="398561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ACF792B-61D2-4C1B-BBF8-BE4C385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155" y="47627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24EC2E63-683E-4CA7-B59E-AA50D611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282" y="472802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5305861-E4B2-43FF-9F1A-84E2265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009" y="392309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116C1E1-5C16-4FEC-806F-359CB4ED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65" y="36091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01E1292D-1525-4654-8347-00BBC5AF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699" y="45629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610CA27-F6D8-48A7-ABC6-6D2F7C48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64" y="465668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990FA9C-7A41-43C7-8818-5128E942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851" y="453655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6825C7F-10D8-4BB6-8B57-594679C6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537" y="49822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B0234CF-FF8C-4C5C-AC79-A78BE27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516" y="47867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1B1BBC60-E92C-445F-B515-7FEFF44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747" y="440117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1C7CA6E-D814-4CF5-8222-0CCE144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904" y="379656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2F57D96F-FE37-4CE1-A19C-149877E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660" y="3912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71C09DF-1526-4957-8962-4F13C94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417" y="33575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BBD5C5B3-B275-4C5C-A2F0-A074BA4E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925" y="479287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A541C5B-CF40-44DF-875B-F184E3B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6" y="47698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F8BF029-3A29-480D-94B5-AB4E882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39" y="47731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4B78386-5F0D-4B32-8917-998A72D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013" y="37989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47795C59-BE47-4098-9443-D1D1D351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926" y="36276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097D02A-CC64-469A-A56E-533EE86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583" y="35138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333ABA7-8009-4D5B-B9A0-90A236EB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849" y="351075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EB2EDDD-608D-4530-A3A3-251D82BC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185" y="36360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2B25EC8-7B21-4F3D-95E9-8C8053A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871" y="35218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92143A7-41F9-4BE7-873B-9D9C9A9B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183" y="33984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6F99AFF-7BEC-4C0D-84D9-F522583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442" y="415073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846C18C-0E53-483A-9217-AD73E29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676" y="33908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0F12C8AE-09ED-41AE-8518-6E54034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832" y="354585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2893DFA0-56E0-4D11-AD46-5BB79EFA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048" y="33853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40BBB00-E656-4DF5-AC6B-EE6391BE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279" y="37217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B0E4DEC-5283-434D-B4FB-7A6162CB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590" y="32196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615AA95-316B-4C95-9223-88C6AE31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968" y="36241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FD2652E-04CB-4003-9318-A43DE9A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092" y="38847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90539C8-AD31-459D-9431-575931B9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481" y="34018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679A35F3-4594-4AF5-B382-8F913328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10" y="343002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3C4BCCA-629F-46B5-B14F-70C15384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916" y="370435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346B09A-DD55-43ED-A21F-7AE85D4D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431" y="35066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8A93006E-E5D6-46C5-A771-78744D0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070" y="34955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1E78B3AE-C977-4A24-A289-7D233038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822" y="363477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474BBB9C-5C1C-45A2-916F-9B6699ED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445" y="335038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C2D78C0-43A2-44C3-88A8-CD1D6E7B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247" y="337098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9F8949B0-421F-41AB-8A0D-6E8948B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149" y="33796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3BBD5EC2-3542-4DD6-B263-37E743B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1" y="365287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85CFDDE-27CE-4188-B352-8F0623F7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024" y="383676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B336239-D5D9-4787-A0E0-0A7715E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561" y="418524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8CF76B2-E674-468B-8AA9-567EF005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428" y="33619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0132B7B-AC27-434C-8C23-35A4EEB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069" y="34770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4ACA0470-8063-4E4C-91AC-857E2A6B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413" y="413691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2F6CC22-D4FB-479C-8B30-CB29A9C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974" y="38110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E2D9E4E-5DD5-4628-B61C-659BF682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317" y="464371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0F6896E-9CA7-498C-A291-5A74BE26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309" y="449527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54F1EB8-4860-49B3-810A-298F5E9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258" y="46837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B038001-6BB4-4A9A-98BF-99BED2C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167" y="443196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757914E7-4328-4B21-A584-FC6DDB4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17" y="34735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2867417-4FEE-4011-BC4A-6469B7F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52" y="3353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3687432-690D-4937-AB09-320379F6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29" y="49681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ED4EFC36-0A17-44D5-ACFA-69B8A10E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765" y="3997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DA134F4-C809-4473-BF64-9899B390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57" y="464613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16428514-91AA-4719-AFC7-10AEEE9A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952" y="437002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69A4932-140A-4EEC-BAFC-DD679AA9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531" y="473504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2158E19-3E90-46DF-BD14-6497FB10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90" y="47852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4F9BC265-8CCE-43D9-B705-3AE405D9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540" y="49756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1306BF2-4192-43EE-ABE7-BA00108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638" y="395812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7DF5E59-D7C2-4D26-8369-1D08C46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987" y="47344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5EA21A31-3EBF-42D6-A25A-D9E5F1A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63" y="381631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9BF11CD-38D4-4C82-9546-E26A8993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46" y="44347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D2FDCA6-B2F4-4F10-A2A8-8AC5BAD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449" y="475236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FFFDBB63-26C8-4ADF-964A-376B010E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357" y="33678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876DF6D-ABFB-444A-8195-244F400A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951" y="358115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AC9F1BEE-073D-4441-BA12-81F49E8B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737" y="42653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71AF9DC7-0589-47E2-845B-DB58163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295" y="404154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85B0294-0BC4-4379-A1A6-269542C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37" y="496768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9A7D24E9-54C5-4B8A-A19F-F99B269B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212" y="433576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4E5F387D-24CA-4973-A7D2-7B6497B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724" y="442193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5CA799F-C193-40F8-86C8-1547901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72" y="43316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F0134D06-C372-411B-8014-5C00F49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640" y="47640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F40EE2A-1006-42BF-8975-0F42954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771" y="370503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2EAD0E8E-C18F-4FED-8A6C-314764A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483" y="338061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85C6DFF6-482F-4B5C-98C8-767C5653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074" y="3376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A9CEE48-0B2E-43D5-AFA1-4D1BFDD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867" y="409860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71D815C-D190-45B4-AA66-EA97E0C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887" y="46471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900AA8C-E819-41FB-88A8-2E3D1009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31" y="36310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6EE8809-9662-4E0C-B4CC-07447C0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258" y="51278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57391E2-3685-4D98-AFAE-6D88745E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07" y="510614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4E6598B-EDA2-4A94-96D7-C201BF9D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32" y="479159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3B00D849-C66C-4392-A882-96CD780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409" y="412386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BD26BA68-E0CB-41B4-B3CC-F8E131C9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803" y="496811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19885B-CE0F-485A-8300-21E9E2B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340" y="392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F1DFA28-75F9-45DB-9865-DB34617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263" y="4762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69E02E6-7832-406E-9BC4-54D94BBD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063" y="357498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954EFD90-873F-4053-90FE-1EEAA4F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701" y="446202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801087BD-37DD-43E8-BAFE-3AB74DB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17" y="41430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FBDC833-63CF-47A3-BC68-3D09DDF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549" y="34751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4928F1F-4818-4ED6-8D92-D912C182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184" y="47903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20F43564-6ACD-41ED-B657-EEA02646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572" y="433417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D2C7ABDA-C5C6-4706-8F14-69CE039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649" y="408750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C6EC37F-ACB1-4AFD-A158-19C7540C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993" y="354257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30D12CA-9F87-4B70-9709-A1A5ECC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484" y="343947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AC82B3B7-2652-4FFD-8E67-9994304E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120" y="37376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76B50E4-4AEE-4753-BF5E-ED37FD35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209" y="387739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0C0FE95-737D-42F3-8D52-E42DB81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124" y="472526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D610F96-07EE-4246-8C10-A1953B5A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22" y="473328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5A67B3BD-BC4D-4B99-B98D-B0A0DEED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209" y="33630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4B4C053F-B019-4E09-9CBC-0FAD7CB5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167" y="47564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E349FFA-6DB9-41BF-934D-E25A8EF9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501" y="352933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800A973-94B8-4512-9053-431C05CD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69" y="473593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B63931E-6AD5-4EB7-BC4E-D8CC9A4F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364" y="44373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D0882B65-6690-45AA-AF19-3D4BAF2A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118" y="333988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D0CB5F8-74B7-4F09-BC5A-8314BE1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616" y="3505112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5A91A77-A2A4-446B-B156-6F61834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948" y="473463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3FB8E01-C2A3-45CD-98D0-4498A7A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125" y="4419244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>
              <a:alpha val="40000"/>
            </a:srgbClr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2DE11D20-CD51-4B12-A4D9-96FDF35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088" y="301488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>
              <a:alpha val="40000"/>
            </a:srgbClr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E460F799-D351-470D-9FCB-7297739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788" y="3200756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>
              <a:alpha val="40000"/>
            </a:srgbClr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BA6D0048-E2AF-43F7-A1AB-CB7AEB0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105" y="3149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>
              <a:alpha val="40000"/>
            </a:srgbClr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007F053-E209-4F2A-B023-E74FB2BE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523" y="4279307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BB69B80-18D2-4233-9F5E-98690EF3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887" y="373202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368FF758-E0F3-469B-8AE9-0934296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64" y="479561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03D1577-7F78-4C6F-B404-2BFBF6C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93" y="3566801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E49F50A5-8BE5-4854-B671-3EDBA92F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63" y="3525496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4B01953-15EB-4715-99CA-A90967FC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084" y="3938543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BF8">
              <a:alpha val="40000"/>
            </a:srgbClr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846DC32A-93E0-4B5F-8DFA-CB0810A6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494" y="3904022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CD84AFE-3F8F-4F5D-9C3D-68827D7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69" y="3942122"/>
            <a:ext cx="22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HQ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0E6621ED-5803-4835-A78D-F78179B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350" y="4695469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3BD2B65-B463-4214-B742-3EDAC0A1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875" y="4714519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611D85C-107A-46E2-8ABB-7CE8599E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313" y="329111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815DD12-6D7B-4B78-9C66-682C617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838" y="331016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C50C760-3FFD-4B58-A390-C99E6C8D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013" y="3476981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08C21754-2BB3-47B5-9747-BD71364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538" y="3496031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00EAE0F-57AC-42B9-BF41-C3E140B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330" y="3425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5E69A8C-0D9C-40B1-9D7E-B397A91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855" y="34444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95FF107E-430E-46D4-BAD9-599F880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348" y="44031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BA2B9C4-0832-4818-B43E-2DA569A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712" y="38558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8FE1AE9A-5ED7-4771-953D-B58990A1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089" y="49194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541BBAF-D01E-4F86-9BF3-5BACCE6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18" y="36906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09CD34C-8740-4DCE-901A-861B8631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688" y="36493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2ED86CE0-ABA8-4671-8BA6-4F38EAE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909" y="406236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4A3CAA9-A056-46AE-A30F-8DD8F2E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6879B060-E564-4DD4-83AB-AFA09399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816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Apotheke</a:t>
            </a:r>
          </a:p>
        </p:txBody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3CD2F4C7-41AD-4EAD-9A7F-3E387C9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91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C16F162-C75D-4D53-B08D-9D9C2CB4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HQ Bern</a:t>
            </a: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E701B3D-0742-4E66-AF3A-8645409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4DEBEB64-4B3D-4515-87BD-E80F7A2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816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VZ</a:t>
            </a: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CC8D7FFA-41CF-46F0-A2C8-B9CB05C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41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19F3AFB-C23C-46DC-B4C1-C3E961F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381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mVZ</a:t>
            </a:r>
          </a:p>
        </p:txBody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63BB7BBA-DBBE-48E4-AB33-CE3F07F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FA57F803-9BE5-4940-8C69-699D5436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F071E7CE-AFC2-448F-B9AB-A021B18F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7048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2026-06-10T23:15:06.7680000Z</dcterms:created>
  <dcterms:modified xsi:type="dcterms:W3CDTF">2026-06-10T23:15:06.7680000Z</dcterms:modified>
</coreProperties>
</file>