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6911bf367948de" /><Relationship Type="http://schemas.openxmlformats.org/officeDocument/2006/relationships/extended-properties" Target="/docProps/app.xml" Id="R858cbeccf8a54dbb" /><Relationship Type="http://schemas.openxmlformats.org/officeDocument/2006/relationships/officeDocument" Target="/ppt/presentation.xml" Id="Rd578d4e7ef474c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ad6492d43d4868"/>
  </p:sldMasterIdLst>
  <p:notesMasterIdLst>
    <p:notesMasterId xmlns:r="http://schemas.openxmlformats.org/officeDocument/2006/relationships" r:id="Rb6c22e229ab640d9"/>
  </p:notesMasterIdLst>
  <p:sldIdLst>
    <p:sldId xmlns:r="http://schemas.openxmlformats.org/officeDocument/2006/relationships" id="256" r:id="Reb121315429c4c6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a5f3f193a24362" /><Relationship Type="http://schemas.openxmlformats.org/officeDocument/2006/relationships/slideMaster" Target="/ppt/slideMasters/slideMaster1.xml" Id="R8cad6492d43d4868" /><Relationship Type="http://schemas.openxmlformats.org/officeDocument/2006/relationships/notesMaster" Target="/ppt/notesMasters/notesMaster1.xml" Id="Rb6c22e229ab640d9" /><Relationship Type="http://schemas.openxmlformats.org/officeDocument/2006/relationships/presProps" Target="/ppt/presProps.xml" Id="R06cd8310e7524221" /><Relationship Type="http://schemas.openxmlformats.org/officeDocument/2006/relationships/viewProps" Target="/ppt/viewProps.xml" Id="Rd84ecd852e8d4673" /><Relationship Type="http://schemas.openxmlformats.org/officeDocument/2006/relationships/tableStyles" Target="/ppt/tableStyles.xml" Id="Rf331d5526f7241d6" /><Relationship Type="http://schemas.openxmlformats.org/officeDocument/2006/relationships/slide" Target="/ppt/slides/slide1.xml" Id="Reb121315429c4c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205c0fbe784d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87c39d10a14bda" /><Relationship Type="http://schemas.openxmlformats.org/officeDocument/2006/relationships/notesMaster" Target="/ppt/notesMasters/notesMaster1.xml" Id="R7922be0de08341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b7d68dd6a346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37334539bf4e7d" /><Relationship Type="http://schemas.openxmlformats.org/officeDocument/2006/relationships/slideLayout" Target="/ppt/slideLayouts/slideLayout1.xml" Id="R27480606b0ce45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480606b0ce45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2292eb7124106" /><Relationship Type="http://schemas.openxmlformats.org/officeDocument/2006/relationships/image" Target="/ppt/media/image.png" Id="R360be782acaf4595" /><Relationship Type="http://schemas.openxmlformats.org/officeDocument/2006/relationships/image" Target="/ppt/media/image.svg" Id="R24c43feee1434fa1" /><Relationship Type="http://schemas.openxmlformats.org/officeDocument/2006/relationships/image" Target="/ppt/media/image2.png" Id="R73cb47dc53724cc3" /><Relationship Type="http://schemas.openxmlformats.org/officeDocument/2006/relationships/image" Target="/ppt/media/image2.svg" Id="R1ff1b881a3eb415c" /><Relationship Type="http://schemas.openxmlformats.org/officeDocument/2006/relationships/image" Target="/ppt/media/image3.png" Id="Rbf2dcf3b143a4695" /><Relationship Type="http://schemas.openxmlformats.org/officeDocument/2006/relationships/image" Target="/ppt/media/image3.svg" Id="R75b418b9a6974245" /><Relationship Type="http://schemas.openxmlformats.org/officeDocument/2006/relationships/image" Target="/ppt/media/image4.png" Id="Rfb16dc687a3b404c" /><Relationship Type="http://schemas.openxmlformats.org/officeDocument/2006/relationships/image" Target="/ppt/media/image4.svg" Id="Re0da6ccb514f47c0" /><Relationship Type="http://schemas.openxmlformats.org/officeDocument/2006/relationships/image" Target="/ppt/media/image5.png" Id="Rb94a820aeb2e43e0" /><Relationship Type="http://schemas.openxmlformats.org/officeDocument/2006/relationships/image" Target="/ppt/media/image5.svg" Id="Rf5489720da0048dc" /><Relationship Type="http://schemas.openxmlformats.org/officeDocument/2006/relationships/image" Target="/ppt/media/image6.png" Id="Ra725985a87e14e07" /><Relationship Type="http://schemas.openxmlformats.org/officeDocument/2006/relationships/image" Target="/ppt/media/image6.svg" Id="Ra06975f5d6e54333" /><Relationship Type="http://schemas.openxmlformats.org/officeDocument/2006/relationships/image" Target="/ppt/media/image7.png" Id="Rce5e3e66480a40b4" /><Relationship Type="http://schemas.openxmlformats.org/officeDocument/2006/relationships/image" Target="/ppt/media/image7.svg" Id="Rae6cfa6860094ebc" /><Relationship Type="http://schemas.openxmlformats.org/officeDocument/2006/relationships/image" Target="/ppt/media/image8.png" Id="R3e98e839101c4202" /><Relationship Type="http://schemas.openxmlformats.org/officeDocument/2006/relationships/image" Target="/ppt/media/image8.svg" Id="R5d41fdecd6664e7f" /><Relationship Type="http://schemas.openxmlformats.org/officeDocument/2006/relationships/image" Target="/ppt/media/image9.png" Id="R1de44015d2f44af0" /><Relationship Type="http://schemas.openxmlformats.org/officeDocument/2006/relationships/image" Target="/ppt/media/image9.svg" Id="R6de37f4728674616" /><Relationship Type="http://schemas.openxmlformats.org/officeDocument/2006/relationships/image" Target="/ppt/media/image10.png" Id="R56733e2dba2947a8" /><Relationship Type="http://schemas.openxmlformats.org/officeDocument/2006/relationships/image" Target="/ppt/media/image10.svg" Id="R26af421eac494b7b" /><Relationship Type="http://schemas.openxmlformats.org/officeDocument/2006/relationships/notesSlide" Target="/ppt/notesSlides/notesSlide1.xml" Id="R975f991e3ba64f5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8FADAA-DC51-444C-943A-7B45C6E4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5FE8E-7404-4E9B-877F-68979B67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8ED82-64B7-441F-B045-83472587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3342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6D28D9"/>
                </a:solidFill>
                <a:latin typeface="Aptos Display"/>
                <a:ea typeface="Aptos Display"/>
                <a:cs typeface="Aptos Display"/>
              </a:rPr>
              <a:t>SYSTEMARCHITEKTUR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0892D-8D0E-4540-A1E0-F41CBC6F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8286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Container-Aufbau im Docker-Compose-Stack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F0F08-7AFA-42CC-96F0-95BBA3B4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4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4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Die Architektur besteht aus sieben Containern in einem internen Netzwerk. Von außen erreichbar ist nur nginx; Datenbank, Queue, Worker und OSRM bleiben interne Services.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04FBB-D647-4896-B928-6B690846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33625"/>
            <a:ext cx="69342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602A1-31F4-46D0-9001-64CE7A85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69342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959B1-6BA1-45A8-B17E-71617D0D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Datenfluss im internen Docker-Netzwerk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9DA64-BE89-4009-BADB-114E24AF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28875"/>
            <a:ext cx="1905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EEFF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B92C8-8994-4B67-B1EB-3F8019B8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05075"/>
            <a:ext cx="16764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extern sichtbar: nur nginx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38333-5603-4D4D-A2C8-2A85B7CB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238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0F4C8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be782acaf4595">
            <a:extLst>
              <a:ext uri="{96DAC541-7B7A-43D3-8B79-37D633B846F1}">
                <asvg:svgBlip xmlns:asvg="http://schemas.microsoft.com/office/drawing/2016/SVG/main" r:embed="R24c43feee1434fa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09925" y="28765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CCF6C-66F8-4616-B369-91682C24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14650"/>
            <a:ext cx="1257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F4C81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0F4C81"/>
                </a:solidFill>
                <a:latin typeface="Aptos Display"/>
                <a:ea typeface="Aptos Display"/>
                <a:cs typeface="Aptos Display"/>
              </a:rPr>
              <a:t>Browser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18BAE-086A-4C6C-9D76-5B3F50AF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64389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DE8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27E68-B29A-4AC7-9222-163A42D2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internes Netzwerk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B55CB-5440-4F59-8B17-ADA20067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62425" y="3200400"/>
            <a:ext cx="381000" cy="228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9C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b47dc53724cc3">
            <a:extLst>
              <a:ext uri="{96DAC541-7B7A-43D3-8B79-37D633B846F1}">
                <asvg:svgBlip xmlns:asvg="http://schemas.microsoft.com/office/drawing/2016/SVG/main" r:embed="R1ff1b881a3eb41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48125" y="32670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0A32FD-D344-4483-B805-748B05C7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19500"/>
            <a:ext cx="2952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432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dcf3b143a4695">
            <a:extLst>
              <a:ext uri="{96DAC541-7B7A-43D3-8B79-37D633B846F1}">
                <asvg:svgBlip xmlns:asvg="http://schemas.microsoft.com/office/drawing/2016/SVG/main" r:embed="R75b418b9a69742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14650" y="380047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FFCBF9-B3E7-40AA-82C9-6CD028AD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81425"/>
            <a:ext cx="17335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pharma-nginx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F1A7F3-2ACF-49EA-8DB2-8B072BC1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81450"/>
            <a:ext cx="20002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D8E4F0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D8E4F0"/>
                </a:solidFill>
                <a:latin typeface="Aptos"/>
                <a:ea typeface="Aptos"/>
                <a:cs typeface="Aptos"/>
              </a:rPr>
              <a:t>/api → backend    / → frontend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78FA1-4A38-49A6-AF04-08F22348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352800" y="4210050"/>
            <a:ext cx="1162050" cy="228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9C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898926-C29D-4B14-AC89-7A0EABF8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2050" y="4210050"/>
            <a:ext cx="1047750" cy="228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9C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C1E731-5944-4C5B-93B3-1D5666F6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00500"/>
            <a:ext cx="361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/  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41CB51-1157-4273-B1BA-C2140E74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00500"/>
            <a:ext cx="438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/api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FDE677-14DB-4E0F-9625-B9CF907F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2076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FD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40EE23-63E3-467D-9204-5BEEA828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67200"/>
            <a:ext cx="2076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BF7"/>
          </a:solidFill>
          <a:ln xmlns:a="http://schemas.openxmlformats.org/drawingml/2006/main" w="9525">
            <a:solidFill>
              <a:srgbClr val="CAD8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FA0E3A-39CE-49AC-A9CE-799B6D1B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67200"/>
            <a:ext cx="2076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6dc687a3b404c">
            <a:extLst>
              <a:ext uri="{96DAC541-7B7A-43D3-8B79-37D633B846F1}">
                <asvg:svgBlip xmlns:asvg="http://schemas.microsoft.com/office/drawing/2016/SVG/main" r:embed="Re0da6ccb514f47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33500" y="44862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F595C8-A021-4667-8D98-01BCDE63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57700"/>
            <a:ext cx="1352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9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09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frontend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DA6762-5C56-49A4-AE71-FDB4F7FB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67250"/>
            <a:ext cx="1352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React + MapLibre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0093BE-D1D2-4232-806E-8C4B547C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9650"/>
            <a:ext cx="1352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Karte, Dashboard, Pipeline-UI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B08A62-6A8C-4692-ACD4-41BB461A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86300"/>
            <a:ext cx="1733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B8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5840F8-3E9B-49BD-951E-FBE0F2DF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62500"/>
            <a:ext cx="1504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Port 80 intern / 5173 dev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E72969-9E0A-4F9C-A694-E100080A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24350"/>
            <a:ext cx="2076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FD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92BD52-B064-4A4F-8B2E-021CDD77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67200"/>
            <a:ext cx="2076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AD8E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ADA704-5D73-4AF2-99D6-954D49A7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67200"/>
            <a:ext cx="20764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a820aeb2e43e0">
            <a:extLst>
              <a:ext uri="{96DAC541-7B7A-43D3-8B79-37D633B846F1}">
                <asvg:svgBlip xmlns:asvg="http://schemas.microsoft.com/office/drawing/2016/SVG/main" r:embed="Rf5489720da0048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43500" y="448627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C6F213-E76E-4F72-AEFD-927478FD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57700"/>
            <a:ext cx="1352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9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09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backend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66E91B-66AC-4864-8D95-3152B46A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67250"/>
            <a:ext cx="1352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FastAPI REST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C80ABA-2496-4774-8C4D-668313B3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19650"/>
            <a:ext cx="1352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API + Orchestrierung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4B35CA-8526-40B5-9082-879D55C0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86300"/>
            <a:ext cx="1733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B8C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24BA47-BD61-467D-AB5B-C357D4F0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62500"/>
            <a:ext cx="15049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Port 8000 intern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F945BC-73B8-4F1A-B787-5944162F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4629150"/>
            <a:ext cx="1581150" cy="2286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A0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5985a87e14e07">
            <a:extLst>
              <a:ext uri="{96DAC541-7B7A-43D3-8B79-37D633B846F1}">
                <asvg:svgBlip xmlns:asvg="http://schemas.microsoft.com/office/drawing/2016/SVG/main" r:embed="Ra06975f5d6e543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00500" y="45148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03E17E-B45D-4251-9A11-BBDE40CB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00600"/>
            <a:ext cx="952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2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Status-Polling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BF1686-2BAD-4ABA-9183-854FF916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62796">
            <a:off x="6010275" y="4953000"/>
            <a:ext cx="4400808" cy="1714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7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9911B5-A7AA-45E0-AAD8-5C2F7F59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740323">
            <a:off x="6010275" y="4953000"/>
            <a:ext cx="2743613" cy="1714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7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D4BDD4-A345-4BCD-9919-F020F881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649318">
            <a:off x="6010275" y="4953000"/>
            <a:ext cx="1086894" cy="1714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7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98263F-6DD5-4310-9280-02C18A88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85819">
            <a:off x="6010275" y="4953000"/>
            <a:ext cx="573481" cy="1714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C7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44AACBE-B4E4-4032-A5D2-F9C940A3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3350" y="5324475"/>
            <a:ext cx="228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5A1498-D312-4926-895B-AB6F5E3B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0700" y="5324475"/>
            <a:ext cx="228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927287-0B4B-4210-85F4-55164310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248150" y="5324475"/>
            <a:ext cx="18859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32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FC74AA8-9F12-4843-AEC9-93518179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05400"/>
            <a:ext cx="1352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FD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9A6FB6-59E9-4648-8EE2-4C8C80E0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1352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CAD8E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5A54CB-376C-4429-8398-C4654CB1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13525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32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e3e66480a40b4">
            <a:extLst>
              <a:ext uri="{96DAC541-7B7A-43D3-8B79-37D633B846F1}">
                <asvg:svgBlip xmlns:asvg="http://schemas.microsoft.com/office/drawing/2016/SVG/main" r:embed="Rae6cfa6860094e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6800" y="52482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BF77D0-5CD7-4724-B40E-962FEB8C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29225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88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postgres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D685D9-63CD-46E6-9898-1998120A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10200"/>
            <a:ext cx="857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2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PostGIS / KPIs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B24C09C-522C-4BD1-83C7-32B21053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105400"/>
            <a:ext cx="1352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FD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E76DEA4-21BD-4566-A649-8214B117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48250"/>
            <a:ext cx="1352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AD8E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C1ED4B8-2E4B-4324-9899-DDC024A9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48250"/>
            <a:ext cx="13525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8e839101c4202">
            <a:extLst>
              <a:ext uri="{96DAC541-7B7A-43D3-8B79-37D633B846F1}">
                <asvg:svgBlip xmlns:asvg="http://schemas.microsoft.com/office/drawing/2016/SVG/main" r:embed="R5d41fdecd6664e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24150" y="52482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154BC52-959C-4915-89A0-7680BF67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29225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88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redis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49B4AB3-9B1D-4894-815E-30309F5F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410200"/>
            <a:ext cx="857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2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Broker + Status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DA3600-E76C-435B-959D-DE53F94D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05400"/>
            <a:ext cx="1352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FD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9CFD2DB-0E8C-4546-919E-33B0E330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48250"/>
            <a:ext cx="1352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5E4"/>
          </a:solidFill>
          <a:ln xmlns:a="http://schemas.openxmlformats.org/drawingml/2006/main" w="9525">
            <a:solidFill>
              <a:srgbClr val="CAD8E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4F9D93A-E78A-42FB-8C3E-14757A11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48250"/>
            <a:ext cx="13525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44015d2f44af0">
            <a:extLst>
              <a:ext uri="{96DAC541-7B7A-43D3-8B79-37D633B846F1}">
                <asvg:svgBlip xmlns:asvg="http://schemas.microsoft.com/office/drawing/2016/SVG/main" r:embed="R6de37f47286746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81500" y="52482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D4FAA76-DF28-4C68-BE64-2458DA0E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29225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88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worker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895BC4F-02B5-4DFB-96CD-14F35F63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10200"/>
            <a:ext cx="857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2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Celery async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9774D84-0422-4DF2-8508-C1AE226D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05400"/>
            <a:ext cx="1352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FD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E699D25-4EBB-48B4-940A-E4665ED6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48250"/>
            <a:ext cx="1352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ECFF"/>
          </a:solidFill>
          <a:ln xmlns:a="http://schemas.openxmlformats.org/drawingml/2006/main" w="9525">
            <a:solidFill>
              <a:srgbClr val="CAD8E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710D079-866B-47D3-B1FF-2BF3216F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48250"/>
            <a:ext cx="13525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33e2dba2947a8">
            <a:extLst>
              <a:ext uri="{96DAC541-7B7A-43D3-8B79-37D633B846F1}">
                <asvg:svgBlip xmlns:asvg="http://schemas.microsoft.com/office/drawing/2016/SVG/main" r:embed="R26af421eac494b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38850" y="52482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5499145-15C4-45CD-B670-A8770CFB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29225"/>
            <a:ext cx="857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88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osrm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C7DB884-64B6-41C6-8CAA-A857C9B8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10200"/>
            <a:ext cx="857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2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Port 5000 intern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3400534-573D-4FFA-987D-FCB3E716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333625"/>
            <a:ext cx="36957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BB3E4DF-61B4-42BF-B8AE-FEC0C995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6957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7601BC1-4220-4885-90D7-0B41B347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38400"/>
            <a:ext cx="3314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Die 7 Container und ihre Rollen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F4B7955-5556-48DE-9826-82809F78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00350"/>
            <a:ext cx="33147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D48B8F5-5B00-4098-AF7C-6472C6FD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765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Container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1A0526C-F116-40A9-9725-C1FFA72D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7655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Technologie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7FB79E7-9437-47EF-8A66-8A2D4EEA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76550"/>
            <a:ext cx="1447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Aufgabe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548298E-C564-43DF-B86B-AFCEC72D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4800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F3F8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DE10073-131A-43BA-84A9-D04418CC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16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777983C-0792-4F24-8FA4-36A50279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43250"/>
            <a:ext cx="552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nginx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CB40EFD-9D3F-4CFB-AE11-C98DA62B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43250"/>
            <a:ext cx="819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B56A2B4-B35C-48C8-90B9-7C5B2F55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33725"/>
            <a:ext cx="1485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VPN-Edge; leitet Requests weiter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5065BD3-9D9F-440F-90FA-379636DB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7185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EF3F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A8CAF6D-74FA-4323-8353-96C9179D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BE50D54-92FA-492C-B157-B88E1425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67100"/>
            <a:ext cx="552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65C1441-8C13-4778-A876-434521AA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67100"/>
            <a:ext cx="819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React + MapLibre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5C28F21-BC93-4FBA-9107-A4D8DB99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57575"/>
            <a:ext cx="1485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Karte, Dashboard, Pipeline-UI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2723974-F002-4CD0-8095-0ADED992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9570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F3F8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895044D-11F9-450A-B9D0-25F3F14B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18EB7F6-874F-4DFB-B9AF-9072595E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552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2C5CAEF-07B0-45C3-817D-0CE5EE44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90950"/>
            <a:ext cx="819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148D912-9AD2-48B8-A68A-A1265910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81425"/>
            <a:ext cx="1485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REST-API, Orchestrierung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45D8F92-322F-4238-953E-794D1E17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1955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EF3F8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D51113E-EAC3-4DCF-A43E-444568B7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E990C57-C360-4C13-89D8-80426153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14800"/>
            <a:ext cx="552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worker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C30F770-AFC3-46B1-96AB-F8ED0432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14800"/>
            <a:ext cx="819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Celery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38021FD-EAFC-40B5-810E-65751A63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05275"/>
            <a:ext cx="1485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Lange Pipeline-Läufe async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CD2F7E6-18A7-41DB-9884-364BA031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4340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F3F8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3338C2F-A2AD-4BEA-B2C6-9BB2134B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457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B28C744-FD4B-4721-BA95-C7A5E5F0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38650"/>
            <a:ext cx="552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redis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00F7FCF-C426-4050-85E7-5A681A82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38650"/>
            <a:ext cx="819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98F21AA-418E-4211-8A0D-362F7537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29125"/>
            <a:ext cx="1485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Message-Broker + Task-Status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3B570E8-A587-4350-943D-4CB3CF2E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EF3F8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CD21E39-7935-4D53-82A1-732F364E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781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2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039C17A-8DE0-4BA1-A0E2-F64ECD27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552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postgres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D93545A-6AAA-425A-AEDE-5CAAF60C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819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PostGIS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FCB3C10-995E-4A8D-BA48-05E38D61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52975"/>
            <a:ext cx="1485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Hubs, Routen, KPI-Ergebnisse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6BC6736-04F4-4AE1-A240-4920DEA9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9110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EF3F8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5F39F1A-BB76-4AA1-8E32-BAC4F962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105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950A5C5-1046-450C-BEF2-A38AE45D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86350"/>
            <a:ext cx="552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osrm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7E832E3-F6F5-4E8E-AC37-F3BA31B2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86350"/>
            <a:ext cx="819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2A0E5ED-9FB2-42BE-8B2F-87DCE634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76825"/>
            <a:ext cx="1485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Straßendistanzen &amp; Fahrzeiten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BCF098B-1282-45D7-97E3-A338A652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838825"/>
            <a:ext cx="10896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2E82119-1432-4EA8-8427-CBE458A1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896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BF7"/>
          </a:solidFill>
          <a:ln xmlns:a="http://schemas.openxmlformats.org/drawingml/2006/main" w="9525">
            <a:solidFill>
              <a:srgbClr val="9FE1D9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A3F81DD-6A8E-495F-AB89-6CE66B50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857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187F135-7FF1-4E79-A792-03B166CB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245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8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18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Warum diese Trennung?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87607C4-A0EE-424E-BDAF-F32659D4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53150"/>
            <a:ext cx="628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Routenoptimierungen dauern Minuten: FastAPI gibt sofort eine Task-ID zurück; Redis puffert den Job; Celery rechnet im Hintergrund; PostgreSQL speichert das Ergebnis.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F50A4C9-4358-477A-836A-1534F172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981700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4C81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8F33807-F771-46FF-B111-B319F428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057900"/>
            <a:ext cx="476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3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623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Auftrag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F731D09-37B4-4C4C-8BB8-AFC50BE8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038850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39CE2E5-0AE5-4E13-93EA-926DD8E3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81700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9488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3C2857A3-B816-43B3-BB7C-EAC71EB9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057900"/>
            <a:ext cx="476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3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623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Task-ID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0A6D4BA-514E-4F65-ABF2-5D5038E4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038850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BD34221-BBB9-45A4-AA6D-A14A496F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981700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A660521-1F8B-4E0B-B4B4-892DE110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57900"/>
            <a:ext cx="476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3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623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Redis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9753121-19D4-4094-A526-C55CB04C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6038850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5D18458-3F2B-4EAE-B5C6-9ED25FCB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981700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43E37BC-DECB-4A1C-BC31-83A349E8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6057900"/>
            <a:ext cx="476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62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Worker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04DB5CC-B21E-48FD-B0DE-0220A1FA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038850"/>
            <a:ext cx="133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9BBF762-092B-4E69-B53D-20FB576F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981700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3247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A0A2E71-D02A-41B3-95FC-DEFBDDBD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057900"/>
            <a:ext cx="476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3" b="1">
                <a:solidFill>
                  <a:srgbClr val="243247"/>
                </a:solidFill>
                <a:latin typeface="Aptos"/>
                <a:ea typeface="Aptos"/>
                <a:cs typeface="Aptos"/>
              </a:defRPr>
            </a:pPr>
            <a:r>
              <a:rPr sz="623" b="1">
                <a:solidFill>
                  <a:srgbClr val="243247"/>
                </a:solidFill>
                <a:latin typeface="Aptos"/>
                <a:ea typeface="Aptos"/>
                <a:cs typeface="Aptos"/>
              </a:rPr>
              <a:t>Postgres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7C36467-47A5-4BDD-B778-C54EF667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6362700"/>
            <a:ext cx="3714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Frontend pollt den Task-Status über die API, bis das Ergebnis fertig ist.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AEB774F-7325-4BBF-AB75-EEC2F2D3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722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6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AED84C4-388C-4194-9FC3-94E0044C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705600"/>
            <a:ext cx="23812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Optimierung von Logistikrouten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E7D7322-D006-423C-8922-8858A80D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705600"/>
            <a:ext cx="2095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3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3026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2026-06-11T11:05:59.5920000Z</dcterms:created>
  <dcterms:modified xsi:type="dcterms:W3CDTF">2026-06-11T11:05:59.5920000Z</dcterms:modified>
</coreProperties>
</file>