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3348c57902453d" /><Relationship Type="http://schemas.openxmlformats.org/officeDocument/2006/relationships/extended-properties" Target="/docProps/app.xml" Id="R52c72e2810214a6a" /><Relationship Type="http://schemas.openxmlformats.org/officeDocument/2006/relationships/officeDocument" Target="/ppt/presentation.xml" Id="R0466af56267441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37303503d6443b"/>
  </p:sldMasterIdLst>
  <p:notesMasterIdLst>
    <p:notesMasterId xmlns:r="http://schemas.openxmlformats.org/officeDocument/2006/relationships" r:id="Rb6f08a98a4b44e5d"/>
  </p:notesMasterIdLst>
  <p:sldIdLst>
    <p:sldId xmlns:r="http://schemas.openxmlformats.org/officeDocument/2006/relationships" id="256" r:id="R5e1d0d71d81c46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35226a23b94544" /><Relationship Type="http://schemas.openxmlformats.org/officeDocument/2006/relationships/slideMaster" Target="/ppt/slideMasters/slideMaster1.xml" Id="R2437303503d6443b" /><Relationship Type="http://schemas.openxmlformats.org/officeDocument/2006/relationships/notesMaster" Target="/ppt/notesMasters/notesMaster1.xml" Id="Rb6f08a98a4b44e5d" /><Relationship Type="http://schemas.openxmlformats.org/officeDocument/2006/relationships/presProps" Target="/ppt/presProps.xml" Id="R4ed147db17664295" /><Relationship Type="http://schemas.openxmlformats.org/officeDocument/2006/relationships/viewProps" Target="/ppt/viewProps.xml" Id="R177c4c360a8f4c58" /><Relationship Type="http://schemas.openxmlformats.org/officeDocument/2006/relationships/tableStyles" Target="/ppt/tableStyles.xml" Id="R48037347814e41de" /><Relationship Type="http://schemas.openxmlformats.org/officeDocument/2006/relationships/slide" Target="/ppt/slides/slide1.xml" Id="R5e1d0d71d81c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36a14deb4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a2b33ed63483d" /><Relationship Type="http://schemas.openxmlformats.org/officeDocument/2006/relationships/notesMaster" Target="/ppt/notesMasters/notesMaster1.xml" Id="R82df5cdb69db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fb494f079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ded75ea99c43c5" /><Relationship Type="http://schemas.openxmlformats.org/officeDocument/2006/relationships/slideLayout" Target="/ppt/slideLayouts/slideLayout1.xml" Id="R50d9bd2836634c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d9bd283663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351a8eaa646e2" /><Relationship Type="http://schemas.openxmlformats.org/officeDocument/2006/relationships/image" Target="/ppt/media/image.png" Id="R66a4400bcd0041d1" /><Relationship Type="http://schemas.openxmlformats.org/officeDocument/2006/relationships/image" Target="/ppt/media/image.svg" Id="Ra4002a708673439a" /><Relationship Type="http://schemas.openxmlformats.org/officeDocument/2006/relationships/image" Target="/ppt/media/image2.png" Id="R9bfc09c723f34247" /><Relationship Type="http://schemas.openxmlformats.org/officeDocument/2006/relationships/image" Target="/ppt/media/image2.svg" Id="Rac5ea94d5d974a6e" /><Relationship Type="http://schemas.openxmlformats.org/officeDocument/2006/relationships/image" Target="/ppt/media/image3.png" Id="Rb55e3f47cf2d4f0f" /><Relationship Type="http://schemas.openxmlformats.org/officeDocument/2006/relationships/image" Target="/ppt/media/image3.svg" Id="R15bb063e91a54789" /><Relationship Type="http://schemas.openxmlformats.org/officeDocument/2006/relationships/image" Target="/ppt/media/image4.png" Id="R4b3d35fe14464cb8" /><Relationship Type="http://schemas.openxmlformats.org/officeDocument/2006/relationships/image" Target="/ppt/media/image4.svg" Id="Re2e57a253a5b4232" /><Relationship Type="http://schemas.openxmlformats.org/officeDocument/2006/relationships/image" Target="/ppt/media/image5.png" Id="R21fd89b629f94b94" /><Relationship Type="http://schemas.openxmlformats.org/officeDocument/2006/relationships/image" Target="/ppt/media/image5.svg" Id="Rc5622d500a244f25" /><Relationship Type="http://schemas.openxmlformats.org/officeDocument/2006/relationships/image" Target="/ppt/media/image6.png" Id="R5aab05c4eea5443e" /><Relationship Type="http://schemas.openxmlformats.org/officeDocument/2006/relationships/image" Target="/ppt/media/image6.svg" Id="R981f9e8fa7dc4685" /><Relationship Type="http://schemas.openxmlformats.org/officeDocument/2006/relationships/image" Target="/ppt/media/image7.png" Id="R70d109dc4f494d8f" /><Relationship Type="http://schemas.openxmlformats.org/officeDocument/2006/relationships/image" Target="/ppt/media/image7.svg" Id="R72144aefe39b4adf" /><Relationship Type="http://schemas.openxmlformats.org/officeDocument/2006/relationships/image" Target="/ppt/media/image8.png" Id="R01425b826f9d4bf2" /><Relationship Type="http://schemas.openxmlformats.org/officeDocument/2006/relationships/image" Target="/ppt/media/image8.svg" Id="R7133c64b2ccf479b" /><Relationship Type="http://schemas.openxmlformats.org/officeDocument/2006/relationships/image" Target="/ppt/media/image9.png" Id="Ref712d2aa6b84bbf" /><Relationship Type="http://schemas.openxmlformats.org/officeDocument/2006/relationships/image" Target="/ppt/media/image9.svg" Id="R8f0c61241e79486b" /><Relationship Type="http://schemas.openxmlformats.org/officeDocument/2006/relationships/image" Target="/ppt/media/image10.png" Id="R2d72f7355e4e4584" /><Relationship Type="http://schemas.openxmlformats.org/officeDocument/2006/relationships/image" Target="/ppt/media/image10.svg" Id="R683467ae0ff44018" /><Relationship Type="http://schemas.openxmlformats.org/officeDocument/2006/relationships/image" Target="/ppt/media/image11.png" Id="R64d99857dd034d01" /><Relationship Type="http://schemas.openxmlformats.org/officeDocument/2006/relationships/image" Target="/ppt/media/image11.svg" Id="Rdc1c3a21f8f84226" /><Relationship Type="http://schemas.openxmlformats.org/officeDocument/2006/relationships/image" Target="/ppt/media/image12.png" Id="Rdd094694c9f4404c" /><Relationship Type="http://schemas.openxmlformats.org/officeDocument/2006/relationships/image" Target="/ppt/media/image12.svg" Id="Rf50fe90a2dd94faf" /><Relationship Type="http://schemas.openxmlformats.org/officeDocument/2006/relationships/image" Target="/ppt/media/image13.png" Id="Rffa1a28f2e824eb8" /><Relationship Type="http://schemas.openxmlformats.org/officeDocument/2006/relationships/image" Target="/ppt/media/image13.svg" Id="R3819521532ae4dac" /><Relationship Type="http://schemas.openxmlformats.org/officeDocument/2006/relationships/image" Target="/ppt/media/image14.png" Id="R9915637ecfa949a4" /><Relationship Type="http://schemas.openxmlformats.org/officeDocument/2006/relationships/image" Target="/ppt/media/image14.svg" Id="Rff88f97d5ef0429a" /><Relationship Type="http://schemas.openxmlformats.org/officeDocument/2006/relationships/image" Target="/ppt/media/image15.png" Id="R9eb932c50bfd4756" /><Relationship Type="http://schemas.openxmlformats.org/officeDocument/2006/relationships/image" Target="/ppt/media/image15.svg" Id="Rf9b4896b890a44b9" /><Relationship Type="http://schemas.openxmlformats.org/officeDocument/2006/relationships/image" Target="/ppt/media/image16.png" Id="R954757519187457b" /><Relationship Type="http://schemas.openxmlformats.org/officeDocument/2006/relationships/image" Target="/ppt/media/image16.svg" Id="R6cf3d843d1804421" /><Relationship Type="http://schemas.openxmlformats.org/officeDocument/2006/relationships/image" Target="/ppt/media/image17.png" Id="R58c44aad293d43f1" /><Relationship Type="http://schemas.openxmlformats.org/officeDocument/2006/relationships/image" Target="/ppt/media/image17.svg" Id="R4af8d5dde1d34845" /><Relationship Type="http://schemas.openxmlformats.org/officeDocument/2006/relationships/image" Target="/ppt/media/image18.png" Id="Raf7394baf155465e" /><Relationship Type="http://schemas.openxmlformats.org/officeDocument/2006/relationships/image" Target="/ppt/media/image18.svg" Id="R5bdd7ca68d604623" /><Relationship Type="http://schemas.openxmlformats.org/officeDocument/2006/relationships/notesSlide" Target="/ppt/notesSlides/notesSlide1.xml" Id="R52e59c9fe8854a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63231-9525-4CE3-BB74-A00BC7F1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C9606-E799-4D75-B378-8F7C3E1C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4A8F8-6091-4D2A-B260-AFDAA97C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SYSTEMARCHITEKTUR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BA6F9-2855-45BB-98B0-A399880A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Container-Aufbau im Docker-Compose-Stack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78481-FF9E-4349-90CD-D74F47D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Sieben produktive Container teilen ein internes Netzwerk. Nach außen ist nur Nginx sichtbar; Datenbank, Queue, Worker und OSRM bleiben interne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A6611-A603-4A9A-848A-2AB6E92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953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FC23E-BE57-41A1-866C-D1075758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6953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DAA07-B6FC-436C-9CC5-82D15474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Docker Compose: 7 Container · 1 internes Netzwerk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2547D-C4D8-467A-8646-7B4193AF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95525"/>
            <a:ext cx="15621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057F8-2B46-425F-96B1-5D830B7A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prod: + nginx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79698-9701-464C-B24B-605D2FFA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479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4400bcd0041d1">
            <a:extLst>
              <a:ext uri="{96DAC541-7B7A-43D3-8B79-37D633B846F1}">
                <asvg:svgBlip xmlns:asvg="http://schemas.microsoft.com/office/drawing/2016/SVG/main" r:embed="Ra4002a70867343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67075" y="27527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9FCA-884E-439A-85B9-C6D9B364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6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Browser / VPN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6F1BB-3713-4589-9DB8-D36F5CB5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76600"/>
            <a:ext cx="2609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c09c723f34247">
            <a:extLst>
              <a:ext uri="{96DAC541-7B7A-43D3-8B79-37D633B846F1}">
                <asvg:svgBlip xmlns:asvg="http://schemas.microsoft.com/office/drawing/2016/SVG/main" r:embed="Rac5ea94d5d974a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48000" y="344805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19796-C867-4C25-8BD2-D6B8436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04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pharma-nginx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259EB-5D73-424A-86C5-39B15F80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E6F2"/>
                </a:solidFill>
                <a:latin typeface="Aptos"/>
                <a:ea typeface="Aptos"/>
                <a:cs typeface="Aptos"/>
              </a:rPr>
              <a:t>/api -&gt; backend · / -&gt; 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26200-C4D4-4D1B-A277-44D33645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24325" y="3124200"/>
            <a:ext cx="76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8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e3f47cf2d4f0f">
            <a:extLst>
              <a:ext uri="{96DAC541-7B7A-43D3-8B79-37D633B846F1}">
                <asvg:svgBlip xmlns:asvg="http://schemas.microsoft.com/office/drawing/2016/SVG/main" r:embed="R15bb063e91a547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29075" y="30384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79EFE-575F-4D9D-8CA9-E8532C7E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1962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27D9C-63F6-4CAB-A8A4-6E00A0D1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1962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7E2FAB-3A49-46B3-8252-AE982888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19621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d35fe14464cb8">
            <a:extLst>
              <a:ext uri="{96DAC541-7B7A-43D3-8B79-37D633B846F1}">
                <asvg:svgBlip xmlns:asvg="http://schemas.microsoft.com/office/drawing/2016/SVG/main" r:embed="Re2e57a253a5b42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" y="44100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4EC91-F438-49F8-A1B6-55EA473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62450"/>
            <a:ext cx="1295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4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911D6-20C0-4666-8053-688E0CBC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005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React + MapLibre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3F7A4-6EDF-484B-AD6D-79F1817E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1619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32E0A-3211-47AE-968B-80051265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81550"/>
            <a:ext cx="1466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intern 80 · dev 5173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B00FA-8DE5-402B-82B7-C7D938E1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48150"/>
            <a:ext cx="1962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2BA91-4A77-4FB2-88A4-20656830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19621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98C4E-F61F-478B-8593-0371FCE8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19621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d89b629f94b94">
            <a:extLst>
              <a:ext uri="{96DAC541-7B7A-43D3-8B79-37D633B846F1}">
                <asvg:svgBlip xmlns:asvg="http://schemas.microsoft.com/office/drawing/2016/SVG/main" r:embed="Rc5622d500a244f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19700" y="44100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02D973-4847-496B-97C1-98F71761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62450"/>
            <a:ext cx="1295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4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2B7DB7-06F4-46AE-853F-31DB6F54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005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FastAPI REST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68BCF3-399A-47B3-B313-1991B24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43450"/>
            <a:ext cx="1619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2BF5FE-17A9-4158-97C7-107CB84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81550"/>
            <a:ext cx="1466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intern 8000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F3FA61-AE0E-4C6D-8169-8BD5EAD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48272">
            <a:off x="3333750" y="3848100"/>
            <a:ext cx="114161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495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E553E2-324E-4AF1-BAC0-27568937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51728">
            <a:off x="4914900" y="3848100"/>
            <a:ext cx="114161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495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ED7FFE-1F42-4AF7-9F8A-97F4901A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610100"/>
            <a:ext cx="1562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495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b05c4eea5443e">
            <a:extLst>
              <a:ext uri="{96DAC541-7B7A-43D3-8B79-37D633B846F1}">
                <asvg:svgBlip xmlns:asvg="http://schemas.microsoft.com/office/drawing/2016/SVG/main" r:embed="R981f9e8fa7dc46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62400" y="44862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2C30C6-DA73-44DD-9898-33B6EBBF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1581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BC8B3A-149B-4156-A7F0-8CE130A9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581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8FB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5AA0A2-292C-4969-B03D-173F4878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5811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109dc4f494d8f">
            <a:extLst>
              <a:ext uri="{96DAC541-7B7A-43D3-8B79-37D633B846F1}">
                <asvg:svgBlip xmlns:asvg="http://schemas.microsoft.com/office/drawing/2016/SVG/main" r:embed="R72144aefe39b4a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2050" y="54578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DB5237-24BC-4256-8927-2B2E4F41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10200"/>
            <a:ext cx="914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postgres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3E6D59-F63F-4D60-A146-763ECC1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4832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2E3B4E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2E3B4E"/>
                </a:solidFill>
                <a:latin typeface="Aptos"/>
                <a:ea typeface="Aptos"/>
                <a:cs typeface="Aptos"/>
              </a:rPr>
              <a:t>PostGIS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E0CE71-4E4E-45FD-AC1B-3DCE540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1238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642746-00F4-457A-A2A9-D64D7B25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1085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5432 intern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D124D6-C978-4A10-B853-4F0DA4DF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959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EA4221-8F66-4903-8F0B-EFAC576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841AC4-3C49-4CFD-9891-1D8BE5BB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25b826f9d4bf2">
            <a:extLst>
              <a:ext uri="{96DAC541-7B7A-43D3-8B79-37D633B846F1}">
                <asvg:svgBlip xmlns:asvg="http://schemas.microsoft.com/office/drawing/2016/SVG/main" r:embed="R7133c64b2ccf47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33700" y="54578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DA61E8-08A4-484A-8E35-A112436C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1020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redis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8C088D-8F70-4573-9FEF-8AA380A0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483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286107-D949-4777-A57A-5B8BD52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19750"/>
            <a:ext cx="10858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07ED43-9513-42EC-82E5-B85D4FA0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57850"/>
            <a:ext cx="933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6379 intern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1F62D3-783C-42C7-B69D-15ED1C61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959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1246A2-684A-4907-B6EF-0B79F14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1992D1-7541-46CC-A841-F8FBCABB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1428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12d2aa6b84bbf">
            <a:extLst>
              <a:ext uri="{96DAC541-7B7A-43D3-8B79-37D633B846F1}">
                <asvg:svgBlip xmlns:asvg="http://schemas.microsoft.com/office/drawing/2016/SVG/main" r:embed="R8f0c61241e7948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52950" y="54578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539DAD-B4A1-4630-B66A-B5120CC0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410200"/>
            <a:ext cx="762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worker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261F61-9DC1-4F1F-901B-46A6F4C5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483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Celery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474EAB-3E07-418A-B1C6-1DEE6C39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19750"/>
            <a:ext cx="10858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A0C776-3426-4895-AA85-205E97E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57850"/>
            <a:ext cx="933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async pipeline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4CDB3D-EED6-4C93-9A0C-AE60AC5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95900"/>
            <a:ext cx="1257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9F814E-2616-40A8-BD02-E3DE51DE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38750"/>
            <a:ext cx="1257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6B7D84-2740-4B28-8D05-ACA15904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38750"/>
            <a:ext cx="1257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2f7355e4e4584">
            <a:extLst>
              <a:ext uri="{96DAC541-7B7A-43D3-8B79-37D633B846F1}">
                <asvg:svgBlip xmlns:asvg="http://schemas.microsoft.com/office/drawing/2016/SVG/main" r:embed="R683467ae0ff440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72200" y="54578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680437-7C1A-4944-9E36-91A10F02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10200"/>
            <a:ext cx="590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9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osrm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36F0D7-3FF5-4B68-BBC0-12E98B2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4832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74103C-A978-459F-83D1-D2444C98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0"/>
            <a:ext cx="9144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1476CE-D379-4207-A0FB-D67A2591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57850"/>
            <a:ext cx="76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5000 intern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89A9D9-2665-46E4-93F6-AC9EA31D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1905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E6DDFA-7355-4AF2-8DC7-3183D2EE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29200"/>
            <a:ext cx="4848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3F61DD-B133-4015-9903-54F88059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292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CF4F10-2DF0-4C87-9100-73D7A00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292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A59006-B9CB-4E86-8829-6827FE0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292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E678A20-904D-431E-95C2-E443CEE6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292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2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F88150-CEC6-4C23-8B83-8F08B7CE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5581650"/>
            <a:ext cx="95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B8207B-408C-4A93-B973-2678079C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5581650"/>
            <a:ext cx="95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A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BF8CAA-21DD-4D0E-B763-1E8C613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867400"/>
            <a:ext cx="2076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99857dd034d01">
            <a:extLst>
              <a:ext uri="{96DAC541-7B7A-43D3-8B79-37D633B846F1}">
                <asvg:svgBlip xmlns:asvg="http://schemas.microsoft.com/office/drawing/2016/SVG/main" r:embed="Rdc1c3a21f8f842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14950" y="59721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393E224-74EB-41E6-9E27-F512F3D8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962650"/>
            <a:ext cx="1562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OSRM-Datenvolumen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1C4EE51-1637-4562-8066-791A56F4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669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Rollen im Stack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46B0126-413D-43C8-8541-988AF836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94694c9f4404c">
            <a:extLst>
              <a:ext uri="{96DAC541-7B7A-43D3-8B79-37D633B846F1}">
                <asvg:svgBlip xmlns:asvg="http://schemas.microsoft.com/office/drawing/2016/SVG/main" r:embed="Rf50fe90a2dd94f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26860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601549-9CA9-4D39-B417-66811D8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nginx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66D900-4C47-4796-8085-A8817573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65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Reverse Proxy, VPN-Edge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9060ED0-F11C-49B3-B4FF-097CCA84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76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1a28f2e824eb8">
            <a:extLst>
              <a:ext uri="{96DAC541-7B7A-43D3-8B79-37D633B846F1}">
                <asvg:svgBlip xmlns:asvg="http://schemas.microsoft.com/office/drawing/2016/SVG/main" r:embed="R3819521532ae4d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30194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F26C77-34D7-4D09-A962-34233166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6F5B898-F367-4904-8072-B09A3905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Karte, Dashboard, Pipeline UI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0D967E7-009C-4334-B3FD-BF918BCB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5637ecfa949a4">
            <a:extLst>
              <a:ext uri="{96DAC541-7B7A-43D3-8B79-37D633B846F1}">
                <asvg:svgBlip xmlns:asvg="http://schemas.microsoft.com/office/drawing/2016/SVG/main" r:embed="Rff88f97d5ef042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33528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5F40A26-C1C5-4BAC-82FE-8EC4C55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432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9B84E4-0D14-44C2-924E-5F04F33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432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REST-API und Orchestrierung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197EFFF-B7D8-46E9-9F20-311EBF76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43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932c50bfd4756">
            <a:extLst>
              <a:ext uri="{96DAC541-7B7A-43D3-8B79-37D633B846F1}">
                <asvg:svgBlip xmlns:asvg="http://schemas.microsoft.com/office/drawing/2016/SVG/main" r:embed="Rf9b4896b890a44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36861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7F9334-B388-4C6B-BC23-86609735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9809CAF-75A0-40B5-92EA-AAE285AD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766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lange Pipeline-Läufe async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582278C-9C61-4CD6-8C6F-9B17230C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757519187457b">
            <a:extLst>
              <a:ext uri="{96DAC541-7B7A-43D3-8B79-37D633B846F1}">
                <asvg:svgBlip xmlns:asvg="http://schemas.microsoft.com/office/drawing/2016/SVG/main" r:embed="R6cf3d843d18044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4019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AC2581E-2382-43C1-BA4E-B6206B7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00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2E3A1FA-E2EA-4E38-8427-13465F95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00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Broker und Task-Status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A3B21EE-056E-46CC-AE96-8C07B0FC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44aad293d43f1">
            <a:extLst>
              <a:ext uri="{96DAC541-7B7A-43D3-8B79-37D633B846F1}">
                <asvg:svgBlip xmlns:asvg="http://schemas.microsoft.com/office/drawing/2016/SVG/main" r:embed="R4af8d5dde1d348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435292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FE145AF-43DE-4A98-AAD0-0154139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0EC7C29-C3C2-4957-86D9-9C857CA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PostGIS, Hubs, Routen, KPIs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F6C82C-B0C1-4E71-A7C1-7A4EA783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394baf155465e">
            <a:extLst>
              <a:ext uri="{96DAC541-7B7A-43D3-8B79-37D633B846F1}">
                <asvg:svgBlip xmlns:asvg="http://schemas.microsoft.com/office/drawing/2016/SVG/main" r:embed="R5bdd7ca68d6046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46863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6B4DF6-C78D-40D2-B78E-5047090C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767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osrm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7BD34C1-32A9-48B4-BA4A-4643704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767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Straßendistanzen und Fahrzeiten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172CBAB-E02F-457F-B7F2-0636C671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62550"/>
            <a:ext cx="3733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46856A8-E0BE-4F88-9819-22F8319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3733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B6E5DE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2C01FB9-C07C-41BD-8390-C8AAA62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8EA243-E9B6-4835-9B86-0A802BE5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673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D5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F5D56"/>
                </a:solidFill>
                <a:latin typeface="Aptos Display"/>
                <a:ea typeface="Aptos Display"/>
                <a:cs typeface="Aptos Display"/>
              </a:rPr>
              <a:t>Warum diese Trennung?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83ED8A6-0082-4CF4-9B8F-E8169FAF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62600"/>
            <a:ext cx="3181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53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53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Pipeline-Läufe dauern Minuten: FastAPI nimmt den Auftrag an, Redis puffert ihn, Celery rechnet im Hintergrund und PostgreSQL speichert jedes Ergebnis.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09C2742-CCAD-4576-8AE4-496B9709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C9C1224-C363-4CF0-AD67-21704A78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623681-AC71-42D9-81A0-5A6077C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5437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2026-06-10T23:49:49.3280000Z</dcterms:created>
  <dcterms:modified xsi:type="dcterms:W3CDTF">2026-06-10T23:49:49.3280000Z</dcterms:modified>
</coreProperties>
</file>