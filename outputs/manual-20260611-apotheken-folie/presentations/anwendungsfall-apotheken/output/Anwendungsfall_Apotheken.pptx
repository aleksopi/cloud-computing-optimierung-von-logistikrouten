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db2fe3f3244003" /><Relationship Type="http://schemas.openxmlformats.org/officeDocument/2006/relationships/extended-properties" Target="/docProps/app.xml" Id="R786321d7a0754a9b" /><Relationship Type="http://schemas.openxmlformats.org/officeDocument/2006/relationships/officeDocument" Target="/ppt/presentation.xml" Id="Rf084d98887c948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31681b5d714b5d"/>
  </p:sldMasterIdLst>
  <p:notesMasterIdLst>
    <p:notesMasterId xmlns:r="http://schemas.openxmlformats.org/officeDocument/2006/relationships" r:id="Rd543ac5ecb314211"/>
  </p:notesMasterIdLst>
  <p:sldIdLst>
    <p:sldId xmlns:r="http://schemas.openxmlformats.org/officeDocument/2006/relationships" id="256" r:id="R3966bf24406a4a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6ae8947c2d4581" /><Relationship Type="http://schemas.openxmlformats.org/officeDocument/2006/relationships/slideMaster" Target="/ppt/slideMasters/slideMaster1.xml" Id="Rf831681b5d714b5d" /><Relationship Type="http://schemas.openxmlformats.org/officeDocument/2006/relationships/notesMaster" Target="/ppt/notesMasters/notesMaster1.xml" Id="Rd543ac5ecb314211" /><Relationship Type="http://schemas.openxmlformats.org/officeDocument/2006/relationships/presProps" Target="/ppt/presProps.xml" Id="R61ec4d7888c349d4" /><Relationship Type="http://schemas.openxmlformats.org/officeDocument/2006/relationships/viewProps" Target="/ppt/viewProps.xml" Id="Rb1e04e7600db4659" /><Relationship Type="http://schemas.openxmlformats.org/officeDocument/2006/relationships/tableStyles" Target="/ppt/tableStyles.xml" Id="R02f52da6bfbc43af" /><Relationship Type="http://schemas.openxmlformats.org/officeDocument/2006/relationships/slide" Target="/ppt/slides/slide1.xml" Id="R3966bf24406a4a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64a744d0834a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814c32968545d5" /><Relationship Type="http://schemas.openxmlformats.org/officeDocument/2006/relationships/notesMaster" Target="/ppt/notesMasters/notesMaster1.xml" Id="Rdb0c5706f2e249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 Folie fokussiert den Anwendungsfall auf die Apotheken: 400 reale OpenStreetMap-Standorte bilden die Stopps im späteren Logistikproblem. Der Hauptsitz liegt in Bern, versorgt wird die ganze Schweiz. Wichtig ist: Die Optimierung startet mit echten Lieferzielen und deren räumlicher Verteilung; Hubs, Pipeline und Fahrzeugtypen kommen erst danach.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8d5c7941f49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fdae6ff92049a0" /><Relationship Type="http://schemas.openxmlformats.org/officeDocument/2006/relationships/slideLayout" Target="/ppt/slideLayouts/slideLayout1.xml" Id="Rc92fc882ae0f48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2fc882ae0f48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88065c9c5445f" /><Relationship Type="http://schemas.openxmlformats.org/officeDocument/2006/relationships/image" Target="/ppt/media/image.png" Id="R5ffee28b5d75425e" /><Relationship Type="http://schemas.openxmlformats.org/officeDocument/2006/relationships/image" Target="/ppt/media/image.svg" Id="R736ce3cec8104f2c" /><Relationship Type="http://schemas.openxmlformats.org/officeDocument/2006/relationships/image" Target="/ppt/media/image2.png" Id="R988eb51c9aa14db9" /><Relationship Type="http://schemas.openxmlformats.org/officeDocument/2006/relationships/image" Target="/ppt/media/image2.svg" Id="Rd54a747f0c9b45c2" /><Relationship Type="http://schemas.openxmlformats.org/officeDocument/2006/relationships/image" Target="/ppt/media/image3.png" Id="Rcd9ebf3765f04c99" /><Relationship Type="http://schemas.openxmlformats.org/officeDocument/2006/relationships/image" Target="/ppt/media/image3.svg" Id="R730013b4d4ed49ed" /><Relationship Type="http://schemas.openxmlformats.org/officeDocument/2006/relationships/notesSlide" Target="/ppt/notesSlides/notesSlide1.xml" Id="Re5fc7810379a4a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3EF82-14E6-413D-9152-E1F6667F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60B26-04AE-47AA-A73F-A960BEA8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4E7CD-7BD9-482B-9622-37118B8F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143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ANWENDUNGSFALL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0AF4F-F293-4A82-829A-16D9C53F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Pharma-Distribution beginnt bei 400 Apotheken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F6AD4-70AD-4824-B91D-79C5EA68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82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Ein Distributionsunternehmen mit Hauptsitz in Bern beliefert reale Apothekenstandorte in der ganzen Schweiz. Bevor Hubs und Fahrzeuge optimiert werden, definiert diese Standortbasis das Versorgungsproblem.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6863A-F24D-44E6-AEEF-CA45E766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7241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3008F-DC8E-4EE9-842E-E7DE7509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7241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24D52-A1AB-4126-9626-0691AA82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0F4C81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0F4C81"/>
                </a:solidFill>
                <a:latin typeface="Aptos Display"/>
                <a:ea typeface="Aptos Display"/>
                <a:cs typeface="Aptos Display"/>
              </a:rPr>
              <a:t>400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E653D-7FF9-4294-BD63-6E1E0F72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reale Apotheken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E43F6-B3F4-4FA3-B669-1B30771F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207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OpenStreetMap-Standorte als Stopps der späteren Optimierung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808E8-FDBA-4F2E-8C81-BBE8EBBC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724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CE5BF-B849-4CBF-8DDA-CCB4DF5F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2724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F0620-DE05-4378-BCDD-F3D95A08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E4E65-B9F4-415B-8408-3D7BCDC1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ee28b5d75425e">
            <a:extLst>
              <a:ext uri="{96DAC541-7B7A-43D3-8B79-37D633B846F1}">
                <asvg:svgBlip xmlns:asvg="http://schemas.microsoft.com/office/drawing/2016/SVG/main" r:embed="R736ce3cec8104f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" y="5200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4705-4957-41AD-BD20-D60D8B91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95875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Verteilung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875E9-4C1F-4FD5-AEC0-CC122379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102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Stadt und Land in einem gemeinsamen Straßennetz.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E7F39-9C7A-41D2-9C49-4F16E4BB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14900"/>
            <a:ext cx="2724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85724-8C36-4E0C-9F5C-1FA02B83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57750"/>
            <a:ext cx="2724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47BC5-5FA1-4BE3-B17B-D788F21E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577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15C10-4A97-46E8-B47E-A32983EC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05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eb51c9aa14db9">
            <a:extLst>
              <a:ext uri="{96DAC541-7B7A-43D3-8B79-37D633B846F1}">
                <asvg:svgBlip xmlns:asvg="http://schemas.microsoft.com/office/drawing/2016/SVG/main" r:embed="Rd54a747f0c9b45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81450" y="5200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921B7-53D2-4446-BA3D-289480C3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95875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Bedarf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4C08A-4737-489A-A284-CA4E924F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Nachfrage wird je Apotheke aus dem Umfeld abgeleitet.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E9C873-CEFB-4984-AE69-E905DCB0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45339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63ADB-A5CE-4166-B378-654F97F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45339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00E63-4E86-4B84-89AC-B08FF0C3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1148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DE7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03BCFE-9BB7-4C0C-9214-A47EB787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Reale Standortverteilung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DB755-4202-4ADA-906D-9375509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193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400 OSM-Apotheken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8E049-76EE-4C1F-9522-B7F16515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632" y="310141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73FA5E-484D-4614-BE2F-C6ADD0EA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357" y="3053786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7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798"/>
                </a:solidFill>
                <a:latin typeface="Aptos"/>
                <a:ea typeface="Aptos"/>
                <a:cs typeface="Aptos"/>
              </a:rPr>
              <a:t>Basel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821213-568E-4225-99C2-30274B42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098" y="33049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24623-3F35-4C61-BB2B-19D71E54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823" y="3257283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7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798"/>
                </a:solidFill>
                <a:latin typeface="Aptos"/>
                <a:ea typeface="Aptos"/>
                <a:cs typeface="Aptos"/>
              </a:rPr>
              <a:t>Zürich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E73AFE-4DA4-416A-81AA-B538B126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668" y="379103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CD4AE9-62A2-4AE7-93F4-DAA1893B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393" y="3743414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7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798"/>
                </a:solidFill>
                <a:latin typeface="Aptos"/>
                <a:ea typeface="Aptos"/>
                <a:cs typeface="Aptos"/>
              </a:rPr>
              <a:t>Bern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8AA7F-43DF-4B2E-96D5-731D6F8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867" y="463894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572AE0-8943-42A4-98C5-D3B1E059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92" y="4591317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7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798"/>
                </a:solidFill>
                <a:latin typeface="Aptos"/>
                <a:ea typeface="Aptos"/>
                <a:cs typeface="Aptos"/>
              </a:rPr>
              <a:t>Genf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5D177F-4E0E-4CC3-A71C-9A3D84E1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484243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8F2C05-2416-4C2E-8E66-4110523A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4794814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7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798"/>
                </a:solidFill>
                <a:latin typeface="Aptos"/>
                <a:ea typeface="Aptos"/>
                <a:cs typeface="Aptos"/>
              </a:rPr>
              <a:t>Tessin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4C7885-2EE1-4F1B-992A-A1433B09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65" y="346303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84AA64-C9BC-4EFC-B9B9-3BC0A37B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307" y="317129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D6FE29-310A-429B-A2CD-8BA97617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608" y="348076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2457FA-50B4-4D9B-8150-59321C98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952" y="361592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56C942-E145-498D-A94E-0067FFEE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564" y="317818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7914B8-0086-495A-BD56-BBE5AF27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950" y="309600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E20E11-7B51-4741-A438-247F2EA1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699" y="371169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576E3A-F636-4974-A84F-44477F07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39" y="398377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CB2874-F914-4BDF-AE35-D22E116C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536" y="309393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C83A66-40D0-4D4C-9BB7-BEE17EED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743" y="416031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70DA28-207F-4E62-B471-4BC35D2B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282" y="350041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2279EF-D4FF-4D6F-BCCB-E768FEE7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073" y="414103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991695-0841-459A-A6C3-49E2B382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518" y="347553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315F09-D192-4F88-9492-ED7662E3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357" y="406409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3F6AC3-8641-4A08-B4FD-892CB924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762" y="475648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16653D-1C67-489A-8014-6DAFBB23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270" y="425788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29B8D6-4D93-463C-9F64-448A954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188" y="357684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B6A331-9CFD-4E20-ADAA-18CEF65C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474" y="467577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2EBACC-0960-4EBD-B0DA-0B80D13B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119" y="332702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D148C7-F428-497A-B448-2466265E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286" y="425937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1DEED4-6129-4541-99E3-55D890E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858" y="333977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F13D66-4850-4791-8A99-6106936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701" y="373906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776096-5673-418F-836E-BA9B0926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66" y="328127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5A3B63-97BE-4A15-B7D2-9CA4E998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110" y="374481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DFC3B3-2959-4A97-9E3D-D72F0AF3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15" y="408673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42226C-7111-48C9-B41F-D4C2F396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353" y="485263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2C81F5-3798-4A86-AC18-FF373228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708" y="333791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89BE2CC-CD16-411A-B34B-357761E8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923" y="485781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3FAE8C-03AD-4A74-B872-2D03BF7D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470" y="334672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DDBAD63-BD7B-41E0-934A-133FB2A7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015" y="428710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394D73-7CEA-4BB7-A5C2-3914CAD6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137" y="313932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AAD2AEB-FF4C-43FC-876A-8C8C8364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154" y="484401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CE9D4B-E0BF-43C8-B285-B629BB5C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905" y="429447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60CE05-DAAE-4F37-892C-F4C19B8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145" y="427061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8FF6DE-1BEF-4AC9-9AA9-C15149A8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609" y="327719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7B2CC4-647F-4757-BD9B-00C1C593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750" y="417207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7ED393-3A4A-496B-9219-80A3AE2B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861" y="468961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1AA6851-C92C-42CD-B1D3-6F3D12D3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042" y="344915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440A86E-595C-4309-93DC-6536A62E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597" y="330143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E1EC8B2-6E72-4AB3-9E73-719493FC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205" y="308551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F17DA67-4363-4DDC-9420-DE70B455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432" y="414915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D98C158-1EC5-43A5-81C1-E58A4DE9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208" y="458064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C3D962E-5323-4E29-9EE1-9CE62DB2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904" y="357690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BE4774C-6547-41EC-91E8-614AA7F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708" y="365044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C14A25-8532-43F0-84DA-E4D72C68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265" y="366922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116934B-F79B-48E0-9A57-6C49A319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296" y="379982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A055491-138D-407A-B835-38269A07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462" y="393722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6480116-455F-4CA7-8B0E-3D90FE3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702" y="390395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E352A49-0977-4ADE-88CC-6E1EF503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552" y="380694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62EB2ED-5EDD-4992-9539-3C251E2F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458" y="314645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0E48592-FF8A-4631-B650-0FD9AB89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914" y="467499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8834C43-A855-428B-B40B-63234A61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344" y="434740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FF4698E-ACDF-4D0F-9B90-60B1882A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365" y="434411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1C3F41C-9513-49D2-AE71-3994317B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909" y="433870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8EEC49-ACA4-4838-9805-42A36151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43" y="326556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765861D-1FBD-46DA-915E-5B938884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45" y="309899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845D938-E030-48F8-AD2F-F3902906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182" y="334126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336890E-694D-47C7-B962-D9645DF9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193" y="329705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1E34F0D-E70C-449D-BA83-5AFE92F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341" y="325552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B9BB92E-4F58-4489-8609-6485CC16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891" y="323296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C846873-8676-4AA2-87E9-48C8D7FB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620" y="433026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4B26ABF-F76D-4C16-A3B3-CEC12612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35" y="464913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07099A-09EB-436F-B982-D9AB475D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384" y="331033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C63E9DB-1516-4A6B-993C-D9651DEE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035" y="354052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5C75328-D2C0-4BE6-97BF-5974CB99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747" y="328416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06B7B49-56F7-4244-9AB4-F6029CDE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556" y="483988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B16E603-DAF2-4D5A-977A-6AA4F40D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560" y="330158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D474E05-24B4-4148-84B9-BF34990B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511" y="463519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742526C-DB9E-4FE6-B548-7B881BBA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483" y="320756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4B8F78A-5442-48FB-B554-C0F2A264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247" y="328588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2A16DC4-8E7F-4A02-BF83-C3B0FA28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813" y="379835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77DF3EB-F554-4537-8E09-256C6CAB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450" y="462043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5841360-4CF2-4F3A-A36B-51CFE566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139" y="463514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9A57FC9-A459-4D13-B536-5422D317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863" y="343792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7875A3C-2358-43C4-9829-164B6EE3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597" y="483149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EF5DDEA-23B0-41BA-AE9E-17E97B0A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049" y="453391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3CF474A-A542-4AEB-89F9-6E035B09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442" y="359192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43BE768-B58B-4AE1-9E17-22BF7706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929" y="462123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6B3D4CB-C5F3-4850-A909-2A2ABF6B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492" y="398473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A3F2A40-ED16-46D5-95BB-34A49B76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631" y="322572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8A01B3B-D501-43AF-9F33-337AB16B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867" y="316800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E2395F0-648D-4483-8B02-D89309CB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141" y="334256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0782D88-D9BD-4AD4-9463-5DB1D104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524" y="324189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7627700-79FB-4D65-933F-8F318F04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406" y="329939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881FE24-0051-4596-8E87-20FF7897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076" y="440977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0362BBC-2C32-4053-8940-BAD7F01D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012" y="331930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7FBC7D4-5061-4171-BF77-EA0146A8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175" y="362161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90B3F4E-7CB7-493D-B606-6F6220CA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881" y="379440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06C08EA-01BF-48EF-B4AF-09928AAA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118" y="463794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5B3E009-830A-4BF0-A997-B4E1D493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426" y="327937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EDE0319-1C8E-4F23-B155-272222A5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815" y="390857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9EB1E48-5F71-442C-9C29-623B88FA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619" y="380265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930CAB0-81C1-497D-B8BE-5766B697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470" y="333817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4015253-811D-48EC-93E6-659C1B5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3" y="333946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E1ADDEB-E680-45E2-BB91-E040A6F5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34" y="378210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B378E90-621B-4717-90B6-E13220E9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752" y="364765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56E41EF-C2D7-4A5B-A22B-B6407F6F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6686" y="409060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E6F4053-4A43-40F3-AB45-06368E7A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5617" y="326453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5FB7CAD-4BDC-4EA6-9D35-9371850A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149" y="474896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43EE51C-7759-486B-9428-741CF505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236" y="310288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1040D9D-ADE4-4B3E-98D1-B51C8885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8618" y="429166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8CFD273-850C-40A3-925B-1548CA7E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1302" y="426209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91FA4F7-C37A-47EE-8327-6A29DD2F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689" y="425810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B15BE04-5E1C-4E26-994D-46CC4D63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250" y="367870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14B6841-469B-4F7B-BFFB-F66C33FF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312" y="381479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275B3F6-7CB1-4644-AF65-3D90BA8D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27" y="318703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7D5CE97-27EF-4BC0-8A69-05D4BD0C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192" y="317079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9495BF4-CAB4-41B5-A0D2-48D45A5C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489" y="332329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BCD6014-4234-4F43-85B5-B503329C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117" y="344604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7616450-05FD-4CD7-A330-CD9F1916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3112" y="337411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8F683E1-37BE-4142-8C28-86E69E20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672" y="329264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632EA9C-100B-487D-8A74-AC0D587B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215" y="310457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8BF1EB4-E48C-4D70-A5D8-6F3C2316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094" y="314381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04A4720-A657-4F54-90E7-F684FF9C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430" y="390533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C693E7F-05E5-4299-A13A-7AF1A442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640" y="474070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3E0F4B0-503E-4A69-93D8-F4F5EB2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171" y="313014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53BE2F7-5B4A-456A-9EC8-1C7CC6D6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220" y="354012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AEB68B4-62F8-41E4-881C-C0086856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080" y="428411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273CDD9-C614-4A62-AB3C-EBC0C631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124" y="331077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844CF77-0E8B-45FB-8DF0-FD0B7947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274" y="367230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544B022-20F3-4506-840B-AA2591BC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314" y="310970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65E0683-D1EC-4A54-97BF-24F0E221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663" y="328033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14FBB7F-ED1C-4122-B988-F2157294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022" y="428934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56BBE40-7222-4AD4-8BCA-D719A91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740" y="430303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3F0AD90-DD83-4084-A3C7-9FB39556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831" y="467666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AE83D0B-B102-4F52-98D8-6CD45D76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422" y="309730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9681514-9F3B-4B67-90E9-1D865053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693" y="315923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FD51666-19A4-4203-B0C4-C827839D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174" y="326941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A34AB87-DE72-47E7-8B00-CCF99277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197" y="464612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A241E09-2EAA-4F84-B91C-317CA646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725" y="329982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2FDA76E-4352-4E1A-950B-5DDB453A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925" y="334024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C6C1CFF-F332-48C7-8DD9-1382C35C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047" y="345164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9FFBB83-8E0B-46B6-A277-51C9EB26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869" y="462577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B99FEB8-EA04-4BBA-AE04-25256B7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064" y="320161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A461906-27DC-47F7-BF40-238A8A38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990" y="324439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A3570CF-8BF8-4AD8-93DF-76ADEFCA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590" y="464372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6EA21F1-D8E4-4AD6-BC68-08650D3B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807" y="385973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28A9C59-BFB5-4642-80C4-8A8CD147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615" y="463953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0B47361-47AD-4914-96FB-93C976EC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809" y="463145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D3814C5-EA38-451D-AC2C-20484BD9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783" y="465957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1540B0A-DD8F-4FA2-B7EE-79000B24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86" y="463039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A1BD13B-A962-4595-8F3A-6184F5DB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188" y="333556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09F71B8-0505-4CBD-85F1-CF66B9C7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55" y="294668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F9D2E17-BA9D-4CE5-9303-45676573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3933" y="312786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F9F4C45-FAA5-4F15-AEC9-6D5A84FB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113" y="394914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EC24B87-EFC1-4865-9950-03B688E7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635" y="463812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70AC6C7-88B3-466C-A944-A63BD926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647" y="463685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9911CE2-2712-4511-AA6C-13F7F1A1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518" y="331677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E7AB96E-23AA-4D79-917D-ACA91DCB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963" y="465697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41F558F-5770-4A2F-BCB3-701C5351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5879" y="396383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1B6F486-B85E-485D-848B-3C9E52F1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41" y="463936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CD6EA9A-421D-496C-9CE1-7E18408F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105" y="463557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276263D-16C7-4711-86AD-339AF12F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390" y="464468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BDA3B76-B5A5-4455-9A23-7DD5984F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368" y="463884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34CD99A-0DF0-4A56-9667-2A1D4FFD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029" y="462487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311A00F-7FA6-41CB-922D-F98B32D6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5279" y="428017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0D5E9F6-897F-4BF2-A421-7440D5C1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651" y="402316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F76FE2E-2991-4841-B275-579F1ECA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115" y="433341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84B873C8-CD81-4BC8-B63F-149E91AB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634" y="336003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93AABBA-5640-4E16-B58E-0300D4D5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475" y="460499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3ADB53D-5E9E-440C-BB93-37422808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002" y="332683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D4A27AA-5578-46CA-91DA-295ED925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078" y="379527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92AD7F4-45CC-4656-BE9A-C211209E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44" y="463112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64A025C1-96CB-45AA-B0D3-A2DB8DAB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888" y="464385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28B653D-F090-4BE0-9649-09437EBE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07" y="325662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084D6C6-670A-41EB-B010-4FB57959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543" y="428139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89DA83B-0C47-4133-BDBC-01E8D7BA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386" y="356305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06A0000-3ABE-47D0-BBA9-2914411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526" y="331377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A9DF6F7-5C5B-4FF5-B3C5-3A8BDC4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852" y="322718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4203F48-4C2F-4C71-B22B-B2D04A08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489" y="404334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0BA8F6D-E226-41C7-9A66-8C309E37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551" y="315904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09DD4F8-6CA9-4EF1-9436-5B2D70AF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849" y="426333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5227DAE-A62C-4120-8DAC-F94DE438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234" y="294517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22D5075-8888-4EB1-A7A5-D3F5E179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85" y="328042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821F6B6-69B0-4FBC-A983-DEAA30E2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944" y="343027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7A22332-6B93-4E76-A94C-E53A84B8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742" y="426305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148CB5E-B65F-4B93-A05F-DC8CE9F3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69" y="314136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75B7666-4C2C-460C-9260-3BE2D915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438" y="366864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CC768C4-C35B-4EEA-BC04-B1B8A5D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469" y="418080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6B2B55C-EFE5-45D0-9631-403A2DBB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974" y="409203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96A9B9A-FD3C-4FA8-8C2C-EFC1063D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479" y="320959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2407D81-06DE-469E-9C19-C8228757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940" y="310761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9147B5C-127C-4CD2-A38F-053A09DF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332" y="319957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189BBE8-C559-4B25-A8BB-7475152E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342" y="332326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631EF65-50E6-46F8-855A-85539B30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484" y="363744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2C1E934A-AC71-41AD-834D-466D31B8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752" y="334386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5FE56B9-1260-46EB-8E3B-8CDDA6B5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696" y="367822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DAC7FDA-CB7A-4D07-8401-340C3B65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3984" y="327766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4776959-969E-4122-A4FF-A5816640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184" y="467326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1081B99-9DCC-4FA8-B08F-2499F6C1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170" y="292050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D821DB3-0483-4198-800A-15AB4624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8947" y="428923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CAC300FF-037B-46CD-B0A1-72DD9EC4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161" y="501243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F0DCB37-9551-4EAD-B1D4-3EB8763F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230" y="505478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95DE049-C774-4275-8BDD-6DC67180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650" y="504617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C4B3C3D-22F3-456D-A48B-4079B92E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7895" y="407690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3467BDE-F157-4B26-A38D-455D7A02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615" y="456464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768B2CA-B7E0-4712-A5D8-F79ABDFA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415" y="437370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EFE4732-7320-434F-A469-D1983BF7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633" y="501448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DA0CFCC-5089-4873-9EB4-58A8ABD8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220" y="423045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D7130B4-3851-4720-BF61-DC00F7DC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94" y="502800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39318F7B-FA82-4F8C-9CB1-F74B0C61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3350" y="357919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9664224-4B86-454F-B29B-D2719EF7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015" y="314439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4EA2BEC-CCB1-416E-BA39-2F83009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081" y="504956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EE085DB-B09D-4ADC-B4DA-E925AEB2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016" y="342211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985441B-F1E0-469B-896B-E1E8742A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03" y="311653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BB8FA56-56DB-474C-A429-DD244A3E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555" y="426361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F16D19C-E8CD-415C-83C2-B7A0E974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815" y="382311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E1EC7C4-3662-49CE-8FDF-793DF3C1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221" y="427480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3F6F500D-9A34-4259-A130-1349AD65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404" y="460754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A96785C-D49E-4E4B-8950-8E9B775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775" y="467469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FF897A3-44F0-48CA-A666-83690997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231" y="329857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6A14EA6-6836-474B-A07B-ACB4D576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713" y="368413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B2EE7C5-4CEB-4783-A838-E68A75DC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07" y="372947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56BBECC7-CB1D-41C9-93FF-36D8CF9A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82" y="372037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35C432A-8C6C-4981-944E-6EEB5657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281" y="328501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94B08FB-5037-4FEB-A088-659C2DC4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191" y="366885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3E64238-8F93-45FE-A389-574B7015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718" y="465837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0E22AC1-29B1-4567-A59D-2F61D765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011" y="377447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78A4FAF1-B491-4916-8292-ACA0E19A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860" y="429264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B1D376D-86BF-4FD8-9F3F-3B5D0827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26" y="335730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C3D1F4E-F052-4290-882A-0921652F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231" y="461671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F48B3692-4C99-4CCC-BAD9-F5CFFB71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550" y="468832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1CD1C3BD-D649-4851-B937-1292C6D5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298" y="329307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55E3598B-55CD-4A37-883D-42108370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874" y="388491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57DEB0F-50B8-4C0C-ADDA-C570FFB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642" y="311006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B9F7C24-0FF6-48D8-87C3-D0E5150D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19" y="376480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E66ECC2-FF4A-47C4-A53A-DAD9FC32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080" y="432094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4FE334EB-9DD2-47EA-9285-160C638B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510" y="489308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3E143FB-37F3-4E4A-83A6-D2CE8177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952" y="464636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AEFE985-D866-4081-911C-67E58B40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104" y="340812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3F588B6E-F34A-44E1-958B-ED523F96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438" y="387731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E6D3F7C-4F6D-4ED4-8EC0-3A19914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495" y="381682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925FBBB-C544-4EAB-BA28-F55B6585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922" y="310505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168E4BB-6527-41F5-8474-9117741A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550" y="463017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4EF9F5A1-88B8-485E-BA36-15957260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42" y="394189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1FF20E4-69D7-4F19-AF6E-41FF84AB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350" y="332697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B03EE21E-C535-4CED-8A53-6758C784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017" y="341010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6C552B6-4EB9-4D43-A840-E991718D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238" y="436725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BD6FD147-B29B-4482-8D1A-FBA38DA3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727" y="467506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4BEB147-FA2E-4D67-B0ED-3E3FD71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647" y="462663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A73289E5-D0BB-4A77-ACFC-8B15BD2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802" y="317708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8C3F009B-3A36-4741-9559-8112162F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812" y="465269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0BB5BE2-44D7-463F-9472-4F82D4E8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1" y="338850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90D03A4-EF32-4514-BCAB-6A505E4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935" y="424653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6E895022-C806-4D1F-AB97-3CD5054B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320" y="384538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1E1B71A5-D262-4939-8A5E-B644769C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369" y="326440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AC6BD68-817D-4F4A-B1FB-41ABDBC5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346" y="314932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A0B87219-110A-4E4F-A024-D66D917E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7442" y="310515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5B64DCE-0D36-4E1E-983D-B6C235F7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606" y="369670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E7F9436-CA97-40F4-AC20-5A6B56F7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957" y="465146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52D5565-E367-4CB2-8C23-8F73C70C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863" y="460521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AE8F19F6-4609-4F33-AF63-98943046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887" y="311098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A057B0A-A0DB-46F0-9CA2-FBD7B71C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102" y="322691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40CB834-AC61-4A95-A608-34D4882E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543" y="486122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2FEE018-1073-434E-BD38-A8577B25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597" y="487526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B4CA64C-9F14-4B7E-A200-1EF0E937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280" y="485120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63F24AB9-1334-4FCE-8508-5D480FF2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356" y="470300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D0813BA-7035-43EC-8886-E87CA941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241" y="398509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A7C7F793-42EF-4996-A21B-B2024C4F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393" y="327351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94B4660D-912E-44C8-A973-CBA05F02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383" y="331593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9570A693-8958-405C-83E3-0EF8A473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521" y="332407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3C636513-E463-4CBE-9E0A-05775200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055" y="331907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AD156D6-25A4-4549-B6A0-AD16FC0F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7298" y="331537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7B024FF4-4074-4930-95C1-42CBAA0E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792" y="318812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E2498C5-56CC-4EDF-9985-079FB1ED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44" y="332625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7DCDF32D-4514-44FF-BD1B-F0135E35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011" y="461401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D18F96B8-7A12-490A-A628-40DFA20B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939" y="450744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D284B13-63AA-45BF-972C-917E2DD6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576" y="451929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1AD8C13-A993-4BEC-9ACE-79C1F3CA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369" y="453542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0E3AE11-7BB9-42E3-9EA4-CD995F3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880" y="437403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BCA3023A-528D-4E1E-9E8E-8D0E4F10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151" y="325640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14EF5BC-51D4-4442-8527-E5E6EC13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42" y="450907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36EB9AF-1402-42DD-87FB-770D19AF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161" y="321264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7972809E-E765-4389-8D03-E51E6DF7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989" y="426271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457A9546-7BF4-471E-A970-1D880A31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371" y="332637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00C0612B-B209-464B-A51C-237782D7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444" y="437089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0BEF58D-E9F6-4869-9F89-F76E883C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262" y="464912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CEAB2C08-05E6-4EA7-8167-F295D23D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029" y="430449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54FF1B4-AAB0-468D-A0E8-110FDC4E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176" y="464282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B73F75AC-69BB-4A2B-8A6D-15331240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246" y="485942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AC63388-28D9-4706-8F72-5219D54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951" y="364857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9DAE6768-7920-42B8-B8D4-619136E1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252" y="416486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74DF144-EF55-4BA9-9AFF-C06C7C3E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723" y="379935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1C33BC8C-D10B-4B17-AEA5-7FB6F9A0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247" y="426514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38A8BD18-E377-489C-A6A0-F81B6495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47" y="398997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DCE64549-8D1D-42BC-BEF1-F4FE82DA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006" y="314701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0EB65B52-04EB-499D-962D-6835AA93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415" y="446285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2834BBCA-86E7-44DD-A476-AD563863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544" y="323048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54E57A74-8DE9-4D04-AD77-718A7070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93" y="390253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C61FFAC-5FC5-4707-B5A7-D6755F33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412" y="396889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49AA4FBC-2528-48C7-8270-869EC0D0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229" y="352962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35D2FBF5-BEAE-4E25-B393-0ADED936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076" y="378451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91036057-F74E-4996-A195-975147B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954" y="463533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2F07FF50-616D-429E-8240-A12C75F6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230" y="459732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78F4D76D-D169-419D-AE4D-1A38E3A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855" y="371606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50DCE235-8785-4332-B1EE-B7EBDA89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789" y="337235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3B3CB0E-4D51-43D7-96D2-FD999808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300" y="441654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7B564DAD-5BFC-46B3-8240-61DF6F83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26" y="451921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67CEFD1A-1F60-46D9-9822-3A4CEB02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832" y="438769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32772DB1-FB73-4F86-9E07-9C37826F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014" y="487568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E24CECC-87CD-40B3-A3C6-A45377F8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180" y="466161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C20E6CCD-381D-469E-9A3E-D4373947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148" y="423948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406438FE-318A-4365-A336-0E3F29B7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787" y="357753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F541968F-ADA2-48D6-9278-385C0835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119" y="370481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C3DC71E1-6E4A-4F24-ACCD-3E46E99E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611" y="309685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56EC7197-8802-4783-B951-9D9449B3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873" y="466832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A0085885-9449-4459-B472-45FE7E8F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081" y="464312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3626ED2C-FEDA-4F1E-AD18-9D00736C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085" y="464677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DA2C8F8E-28CE-4BA9-A8F0-44EC74AD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32" y="358017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4A0401A6-FCA4-4503-97E5-B792DA83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3514" y="339265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BEEA7EFC-6CD9-4BEC-8FC3-A62E110F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909" y="326802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F518BFD0-9D18-40F4-8381-FC78B491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6462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DA87FB6C-01CE-4DB4-9433-A96A3346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188" y="340179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36CE48C7-E037-42DC-8D2D-919BFC9F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859" y="327675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D8F4BA1F-4C28-4604-A06B-13C670D8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833" y="314164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E47C21C1-8EE6-49BB-B3D3-D35BE812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910" y="396528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9BCE0FA3-B3E1-44EE-A0DD-B5E2288D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924" y="313339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767B8E53-532F-4F8A-87DF-F63D17EC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779" y="330305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78651FBE-63FA-4797-9D84-52E34B8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115" y="312728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740F9A4D-2BA1-4AC9-9681-97E20833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399" y="349560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A0250B0-38E1-4D4C-A693-CF3460A3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659" y="294591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4A44597F-E705-49EE-913E-23F51FEB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058" y="338880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1A35F674-C2F8-4DA6-B7F6-CE919DAF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460" y="367406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BCB520E8-E439-4EC3-A9A1-2086BDDA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595" y="314535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F45A5FD2-7C07-4BE6-895C-25CBDB2D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44" y="317624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C430BAE6-D801-4EA1-95E4-9A18B8D9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890" y="347658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B2D9368F-0F9A-4CCE-8DBB-BC8F564C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031" y="326009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39DD1C44-2216-4751-8DDA-820FD3B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979" y="324796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F357DFBB-9ED1-44AD-848C-5CB55214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118" y="340041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191E9E0-0FFC-41ED-82C7-B73D82C0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151" y="308904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588BD4C4-7C87-4DE2-B6DE-7E3D0413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651" y="311159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9DA38806-EDF5-43D6-B9E9-603D447B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874" y="312113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1FF3239-63F7-4871-9CC9-0572DD76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889" y="342022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6CFE043-5A80-4461-9CA4-64259C7C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607" y="362155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B588DF18-3FF4-4C14-BBCE-FC3DBF2E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621" y="400307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2F3155BA-4DE7-4554-B067-0C8C60BA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596" y="310175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866DA44F-F9D2-4F89-9294-B36807EA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048" y="322769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EC0EF4F7-8515-4BA4-8999-C3F86C3A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167" y="395016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0E349CCE-AF88-4231-8733-6593897F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131" y="359342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08FF60F1-609F-4190-AF5C-2639E92D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240" y="450502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2EBEB995-F21F-4866-8D06-0331F20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223" y="434250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B017B418-0C7F-46DE-8551-019F74CE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623" y="454884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FFD52D46-9EE2-4FE9-A82A-7A8BA7D4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502" y="427318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B6E7FC9-9E81-4315-B117-EA51ABDB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688" y="322387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E7DF76A-90C0-4B07-BA42-9336E5F3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116" y="309221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49773309-B61C-4CFD-BB75-BAA45138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769" y="486023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ABD77A15-F608-461E-911C-4D5B7F8E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323" y="379717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61C9CCCB-2EE9-4733-B347-2CAB72FF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319" y="450766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BE60EAEE-1281-44EF-84E3-C48E1D2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988" y="420538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E14DDA6A-9B08-4CC2-8E18-79BBDAC8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733" y="460501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CA553515-3069-4579-8220-17B06DA8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066" y="465998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818ECA6F-EB63-4A99-B813-936CDA2F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953" y="486844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31EF37CB-DAC5-4017-9BAC-C75E220F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133" y="375441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BFAD979F-E7C9-4CCD-A984-154305C4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984" y="460431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9C844DC3-E3D2-41F7-9B27-3A878214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493" y="359916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1FDCC53B-22B2-4357-8824-3C3128EB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552" y="427619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B2A87817-0B29-451F-87F4-4485EE37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58" y="462397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EE6FDE8F-CB3A-4049-BB52-2EB3CCDB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596" y="310821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45B11522-3379-435B-87BE-D9CB653D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325" y="334170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24EE3EBC-E793-48D9-B05B-2B081950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983" y="409079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6C9A40E1-0FBF-4E61-B0CE-EC0147FC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139" y="384574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3B1BBBE0-1284-4AD4-9196-24CFE19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090" y="485971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A9BE493E-8D42-4212-BF71-B2A0F9CD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123" y="416786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093631BC-2729-483C-85B3-E1911298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469" y="426221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7AD13B3-F7C7-478E-99AF-5D5A0FB7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659" y="416338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EE039E70-5C93-4B15-8F3F-63DA2A0D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863" y="463676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A84E9598-B6A7-4765-BCE7-166EDD4F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101" y="347732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B069CAEE-A246-4CB5-AEF6-7E8FE73C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525" y="312213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6AFDBCE7-2215-428B-A15A-8259643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67" y="311711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4257C406-1AF0-42BD-A1BA-0E9AA240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26" y="390821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FB38E8C7-6D09-4ADB-ACFB-6B7FFD82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16" y="450882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A0EE7BFE-1816-4A7A-BA23-4CBF83E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575" y="339628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1433373F-7F70-4A28-AC59-E2F6B89A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860" y="503505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28652808-2970-49BD-98D8-168325EC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023" y="501130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5C0D1B9A-C018-41FB-80CF-3FA3B5DD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282" y="466692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1CB95DC4-CA00-4F45-8FCD-07E85A4D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067" y="3935871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77CB0293-E2F1-4E87-92BD-57ADCB6D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61" y="486018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F6236D7A-68CD-430F-98EE-4BF3CDFD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969" y="371612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24AC7C72-3B64-4A37-85F5-35B0DD37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097" y="463541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5B9ED64-A458-48B9-A146-5AFEF77D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207" y="3334950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1B8D636B-801B-49D4-A2DC-4A671FD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504" y="4306106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77E865C0-DF1F-4122-82E9-92CEAF1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335" y="395682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963ECEBF-C7AE-44CE-833B-4AA929C8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598" y="322559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8317B2B5-B2F4-432D-ACFD-184B6F6C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352" y="466560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E3FC0F1C-9573-4093-A9DE-5DADC0A2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276" y="416613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A4DF44E0-6EBD-450F-B6FC-8BE17286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622" y="389606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11148E75-BC1B-4432-A75F-8E6BBB87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322" y="329945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4AA688D-9016-4DCD-831C-FAB3F000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9390" y="318658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22648BC9-6B9E-4703-8E61-97913868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778" y="3513018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F38E3238-D39C-4A32-B514-78EAC11F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018" y="366603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73152929-EC8E-4EF2-9766-2D941A6A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243" y="459430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6899B016-26EE-4B27-851E-C4911C6C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089" y="4603083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5D1FBBE6-D572-4B24-BF89-631DEB75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7543" y="310289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E838318A-CF0C-4EE2-A3AE-15AF8413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942" y="462839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49C73D8B-61F7-41BA-879E-D1C8FBA7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390" y="328496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D82EC921-856F-4858-8E67-11A6C827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129" y="460598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52F5E778-B18B-4D2A-984E-7F92EE6D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210" y="427904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7D0F50E7-4B3B-4813-A405-F47F9D9C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719" y="3077549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815810DF-0078-4C81-B753-CDE223B2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528" y="3258447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8D19C1FC-21F1-493B-B6A9-9810690F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436" y="4604564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51BC7C4D-4401-49A0-A19A-8B78E1EF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278" y="3717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7A580692-D29F-4FD1-AC6A-E66344B1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903" y="376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7408A88C-A28D-404F-BB26-458A7275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878" y="37647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HQ Bern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1E32CF4E-4DEB-4DCF-8CB0-94057F6E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00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70CD0955-418F-4DA2-809A-E0A2ECC1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91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Apothekenstandort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8B04A920-F03B-4451-ABDC-4E1CE0EB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00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66389555-5011-4BA3-9DFB-A287FE36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91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Hauptsitz Bern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EF02844D-39CF-420F-8F7C-756507A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00350"/>
            <a:ext cx="27241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ebf3765f04c99">
            <a:extLst>
              <a:ext uri="{96DAC541-7B7A-43D3-8B79-37D633B846F1}">
                <asvg:svgBlip xmlns:asvg="http://schemas.microsoft.com/office/drawing/2016/SVG/main" r:embed="R730013b4d4ed49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33925" y="31051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4B885DD0-5BC0-4241-AE33-42C3294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909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Apotheken als Stopps</a:t>
            </a: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B75988A5-8E7D-4611-ABBD-95E6B629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1148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Jeder Standort wird später einem Gebiet, Hub und einer Route zugeordnet.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15651B7E-0FEF-4ADA-B026-65FC4F34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0D76E12B-FA23-4197-B59D-FE6190F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36699B06-9D9A-4979-B795-675FCF0F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7963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2026-06-10T22:54:06.5880000Z</dcterms:created>
  <dcterms:modified xsi:type="dcterms:W3CDTF">2026-06-10T22:54:06.5880000Z</dcterms:modified>
</coreProperties>
</file>