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43e749086e4a63" /><Relationship Type="http://schemas.openxmlformats.org/officeDocument/2006/relationships/extended-properties" Target="/docProps/app.xml" Id="R23cb3edf111b4030" /><Relationship Type="http://schemas.openxmlformats.org/officeDocument/2006/relationships/officeDocument" Target="/ppt/presentation.xml" Id="Ra43bbd545c044a5f" /></Relationships>
</file>

<file path=ppt/presentation.xml><?xml version="1.0" encoding="utf-8"?>
<p:presentation xmlns:p="http://schemas.openxmlformats.org/presentationml/2006/main">
  <p:sldMasterIdLst>
    <p:sldMasterId xmlns:r="http://schemas.openxmlformats.org/officeDocument/2006/relationships" id="2147483648" r:id="Ra69ac56e37734d17"/>
  </p:sldMasterIdLst>
  <p:notesMasterIdLst>
    <p:notesMasterId xmlns:r="http://schemas.openxmlformats.org/officeDocument/2006/relationships" r:id="R5f1421c2126a4f52"/>
  </p:notesMasterIdLst>
  <p:sldIdLst>
    <p:sldId xmlns:r="http://schemas.openxmlformats.org/officeDocument/2006/relationships" id="256" r:id="R02fc5f6bcb0e4a5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2571390a3384c57" /><Relationship Type="http://schemas.openxmlformats.org/officeDocument/2006/relationships/slideMaster" Target="/ppt/slideMasters/slideMaster1.xml" Id="Ra69ac56e37734d17" /><Relationship Type="http://schemas.openxmlformats.org/officeDocument/2006/relationships/notesMaster" Target="/ppt/notesMasters/notesMaster1.xml" Id="R5f1421c2126a4f52" /><Relationship Type="http://schemas.openxmlformats.org/officeDocument/2006/relationships/presProps" Target="/ppt/presProps.xml" Id="R13b3e52d93274ff6" /><Relationship Type="http://schemas.openxmlformats.org/officeDocument/2006/relationships/viewProps" Target="/ppt/viewProps.xml" Id="Rdddba79b6a20494e" /><Relationship Type="http://schemas.openxmlformats.org/officeDocument/2006/relationships/tableStyles" Target="/ppt/tableStyles.xml" Id="R011bbbbea6674108" /><Relationship Type="http://schemas.openxmlformats.org/officeDocument/2006/relationships/slide" Target="/ppt/slides/slide1.xml" Id="R02fc5f6bcb0e4a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344085ca2044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e38ed582c74ee6" /><Relationship Type="http://schemas.openxmlformats.org/officeDocument/2006/relationships/notesMaster" Target="/ppt/notesMasters/notesMaster1.xml" Id="R1afc8220f4fc41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erklärt Step 3, die Einzugsgebiete. Nach dem Hub Placement wird für jede Apotheke entschieden, welcher Hub sie beliefert. Dafür ruft das System einmal die OSRM-Table-Matrix ab: alle Apotheken gegen alle Hubs, mit Straßendistanz und Fahrzeit. Das HQ darf nur Apotheken innerhalb von 20 Kilometern Straßendistanz direkt beliefern. Dann werden Apotheken nach bester Fahrzeit sortiert und jeweils dem schnellsten Hub mit freier Kapazität zugewiesen. Anschließend werden die echten OSRM-Routengeometrien gespeichert, damit die Hub-Apotheke-Linien auf der Karte nachvollziehbar sind.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46937a98aa46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342d540ef94bd8" /><Relationship Type="http://schemas.openxmlformats.org/officeDocument/2006/relationships/slideLayout" Target="/ppt/slideLayouts/slideLayout1.xml" Id="R8d7a81a95a6c49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a81a95a6c49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b762f6ac4340cc" /><Relationship Type="http://schemas.openxmlformats.org/officeDocument/2006/relationships/image" Target="/ppt/media/image.png" Id="Rd8be77f228a845b3" /><Relationship Type="http://schemas.openxmlformats.org/officeDocument/2006/relationships/image" Target="/ppt/media/image.svg" Id="R948f6aa8bba648fb" /><Relationship Type="http://schemas.openxmlformats.org/officeDocument/2006/relationships/image" Target="/ppt/media/image2.png" Id="R125a40cfbb9f4cc5" /><Relationship Type="http://schemas.openxmlformats.org/officeDocument/2006/relationships/image" Target="/ppt/media/image2.svg" Id="R117c97f9dd264247" /><Relationship Type="http://schemas.openxmlformats.org/officeDocument/2006/relationships/image" Target="/ppt/media/image3.png" Id="Rc47edab90e9f4232" /><Relationship Type="http://schemas.openxmlformats.org/officeDocument/2006/relationships/image" Target="/ppt/media/image3.svg" Id="R4cd84a73e52a4369" /><Relationship Type="http://schemas.openxmlformats.org/officeDocument/2006/relationships/notesSlide" Target="/ppt/notesSlides/notesSlide1.xml" Id="R6897e03d17b14f6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66779C-220A-4E79-B18C-1358CBD455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995980D-A670-4681-97BB-8E6EE74CC51E}"/>
              </a:ext>
            </a:extLst>
          </p:cNvPr>
          <p:cNvSpPr>
            <a:spLocks xmlns:a="http://schemas.openxmlformats.org/drawingml/2006/main" noGrp="1"/>
          </p:cNvSpPr>
          <p:nvPr/>
        </p:nvSpPr>
        <p:spPr>
          <a:xfrm xmlns:a="http://schemas.openxmlformats.org/drawingml/2006/main">
            <a:off x="647700" y="723900"/>
            <a:ext cx="152400" cy="152400"/>
          </a:xfrm>
          <a:prstGeom xmlns:a="http://schemas.openxmlformats.org/drawingml/2006/main" prst="rect">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71A5158-F3B7-4F85-845D-DE39C7F3B5A8}"/>
              </a:ext>
            </a:extLst>
          </p:cNvPr>
          <p:cNvSpPr>
            <a:spLocks xmlns:a="http://schemas.openxmlformats.org/drawingml/2006/main" noGrp="1"/>
          </p:cNvSpPr>
          <p:nvPr/>
        </p:nvSpPr>
        <p:spPr>
          <a:xfrm xmlns:a="http://schemas.openxmlformats.org/drawingml/2006/main">
            <a:off x="895350" y="695325"/>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D9488"/>
                </a:solidFill>
                <a:latin typeface="Aptos"/>
                <a:ea typeface="Aptos"/>
                <a:cs typeface="Aptos"/>
              </a:defRPr>
            </a:pPr>
            <a:r>
              <a:rPr sz="975" b="1">
                <a:solidFill>
                  <a:srgbClr val="0D9488"/>
                </a:solidFill>
                <a:latin typeface="Aptos"/>
                <a:ea typeface="Aptos"/>
                <a:cs typeface="Aptos"/>
              </a:rPr>
              <a:t>EINZUGSGEBIETE</a:t>
            </a:r>
          </a:p>
        </p:txBody>
      </p:sp>
      <p:sp>
        <p:nvSpPr>
          <p:cNvPr id="4" name="">
            <a:extLst xmlns:a="http://schemas.openxmlformats.org/drawingml/2006/main">
              <a:ext uri="{FF2B5EF4-FFF2-40B4-BE49-F238E27FC236}">
                <a16:creationId xmlns:a16="http://schemas.microsoft.com/office/drawing/2014/main" id="{F41E239A-5654-4F34-A567-4846031261AF}"/>
              </a:ext>
            </a:extLst>
          </p:cNvPr>
          <p:cNvSpPr>
            <a:spLocks xmlns:a="http://schemas.openxmlformats.org/drawingml/2006/main" noGrp="1"/>
          </p:cNvSpPr>
          <p:nvPr/>
        </p:nvSpPr>
        <p:spPr>
          <a:xfrm xmlns:a="http://schemas.openxmlformats.org/drawingml/2006/main">
            <a:off x="647700" y="1104900"/>
            <a:ext cx="89535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E293B"/>
                </a:solidFill>
                <a:latin typeface="Aptos Display"/>
                <a:ea typeface="Aptos Display"/>
                <a:cs typeface="Aptos Display"/>
              </a:defRPr>
            </a:pPr>
            <a:r>
              <a:rPr sz="2550" b="1">
                <a:solidFill>
                  <a:srgbClr val="1E293B"/>
                </a:solidFill>
                <a:latin typeface="Aptos Display"/>
                <a:ea typeface="Aptos Display"/>
                <a:cs typeface="Aptos Display"/>
              </a:rPr>
              <a:t>Jede Apotheke dem besten erreichbaren Hub zuordnen</a:t>
            </a:r>
          </a:p>
        </p:txBody>
      </p:sp>
      <p:sp>
        <p:nvSpPr>
          <p:cNvPr id="5" name="">
            <a:extLst xmlns:a="http://schemas.openxmlformats.org/drawingml/2006/main">
              <a:ext uri="{FF2B5EF4-FFF2-40B4-BE49-F238E27FC236}">
                <a16:creationId xmlns:a16="http://schemas.microsoft.com/office/drawing/2014/main" id="{767B82B0-C5BD-4FAD-A122-DF944D33F70F}"/>
              </a:ext>
            </a:extLst>
          </p:cNvPr>
          <p:cNvSpPr>
            <a:spLocks xmlns:a="http://schemas.openxmlformats.org/drawingml/2006/main" noGrp="1"/>
          </p:cNvSpPr>
          <p:nvPr/>
        </p:nvSpPr>
        <p:spPr>
          <a:xfrm xmlns:a="http://schemas.openxmlformats.org/drawingml/2006/main">
            <a:off x="647700" y="1695450"/>
            <a:ext cx="8572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34155"/>
                </a:solidFill>
                <a:latin typeface="Aptos"/>
                <a:ea typeface="Aptos"/>
                <a:cs typeface="Aptos"/>
              </a:defRPr>
            </a:pPr>
            <a:r>
              <a:rPr sz="1350" b="0">
                <a:solidFill>
                  <a:srgbClr val="334155"/>
                </a:solidFill>
                <a:latin typeface="Aptos"/>
                <a:ea typeface="Aptos"/>
                <a:cs typeface="Aptos"/>
              </a:rPr>
              <a:t>Nach dem Hub Placement wird entschieden, welcher Hub welche Apotheke beliefert. Grundlage sind echte OSRM-Straßenfahrzeiten, nicht Luftlinien.</a:t>
            </a:r>
          </a:p>
        </p:txBody>
      </p:sp>
      <p:sp>
        <p:nvSpPr>
          <p:cNvPr id="6" name="">
            <a:extLst xmlns:a="http://schemas.openxmlformats.org/drawingml/2006/main">
              <a:ext uri="{FF2B5EF4-FFF2-40B4-BE49-F238E27FC236}">
                <a16:creationId xmlns:a16="http://schemas.microsoft.com/office/drawing/2014/main" id="{F3918D8B-E22E-45FA-A1AD-AD8673E42C16}"/>
              </a:ext>
            </a:extLst>
          </p:cNvPr>
          <p:cNvSpPr>
            <a:spLocks xmlns:a="http://schemas.openxmlformats.org/drawingml/2006/main" noGrp="1"/>
          </p:cNvSpPr>
          <p:nvPr/>
        </p:nvSpPr>
        <p:spPr>
          <a:xfrm xmlns:a="http://schemas.openxmlformats.org/drawingml/2006/main">
            <a:off x="685800" y="2457450"/>
            <a:ext cx="3276600" cy="971550"/>
          </a:xfrm>
          <a:prstGeom xmlns:a="http://schemas.openxmlformats.org/drawingml/2006/main" prst="roundRect">
            <a:avLst>
              <a:gd name="adj" fmla="val 7843"/>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49A895F-F6E3-40EE-9DEB-11C80C968535}"/>
              </a:ext>
            </a:extLst>
          </p:cNvPr>
          <p:cNvSpPr>
            <a:spLocks xmlns:a="http://schemas.openxmlformats.org/drawingml/2006/main" noGrp="1"/>
          </p:cNvSpPr>
          <p:nvPr/>
        </p:nvSpPr>
        <p:spPr>
          <a:xfrm xmlns:a="http://schemas.openxmlformats.org/drawingml/2006/main">
            <a:off x="647700" y="2400300"/>
            <a:ext cx="3276600" cy="971550"/>
          </a:xfrm>
          <a:prstGeom xmlns:a="http://schemas.openxmlformats.org/drawingml/2006/main" prst="roundRect">
            <a:avLst>
              <a:gd name="adj" fmla="val 7843"/>
            </a:avLst>
          </a:prstGeom>
          <a:solidFill xmlns:a="http://schemas.openxmlformats.org/drawingml/2006/main">
            <a:srgbClr val="EAF3FA"/>
          </a:solidFill>
          <a:ln xmlns:a="http://schemas.openxmlformats.org/drawingml/2006/main" w="9525">
            <a:solidFill>
              <a:srgbClr val="E2E8F0"/>
            </a:solidFill>
            <a:prstDash val="solid"/>
          </a:ln>
        </p:spPr>
      </p:sp>
      <p:sp>
        <p:nvSpPr>
          <p:cNvPr id="8" name="">
            <a:extLst xmlns:a="http://schemas.openxmlformats.org/drawingml/2006/main">
              <a:ext uri="{FF2B5EF4-FFF2-40B4-BE49-F238E27FC236}">
                <a16:creationId xmlns:a16="http://schemas.microsoft.com/office/drawing/2014/main" id="{E7E1CCC6-EF59-4B2E-9E6C-3DF41F2D3B38}"/>
              </a:ext>
            </a:extLst>
          </p:cNvPr>
          <p:cNvSpPr>
            <a:spLocks xmlns:a="http://schemas.openxmlformats.org/drawingml/2006/main" noGrp="1"/>
          </p:cNvSpPr>
          <p:nvPr/>
        </p:nvSpPr>
        <p:spPr>
          <a:xfrm xmlns:a="http://schemas.openxmlformats.org/drawingml/2006/main">
            <a:off x="647700" y="2400300"/>
            <a:ext cx="66675" cy="971550"/>
          </a:xfrm>
          <a:prstGeom xmlns:a="http://schemas.openxmlformats.org/drawingml/2006/main" prst="rect">
            <a:avLst/>
          </a:prstGeom>
          <a:solidFill xmlns:a="http://schemas.openxmlformats.org/drawingml/2006/main">
            <a:srgbClr val="0F4C81"/>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7C96C86-96AC-436B-9159-B7766D56CA20}"/>
              </a:ext>
            </a:extLst>
          </p:cNvPr>
          <p:cNvSpPr>
            <a:spLocks xmlns:a="http://schemas.openxmlformats.org/drawingml/2006/main" noGrp="1"/>
          </p:cNvSpPr>
          <p:nvPr/>
        </p:nvSpPr>
        <p:spPr>
          <a:xfrm xmlns:a="http://schemas.openxmlformats.org/drawingml/2006/main">
            <a:off x="876300" y="2619375"/>
            <a:ext cx="400050" cy="400050"/>
          </a:xfrm>
          <a:prstGeom xmlns:a="http://schemas.openxmlformats.org/drawingml/2006/main" prst="ellipse">
            <a:avLst/>
          </a:prstGeom>
          <a:solidFill xmlns:a="http://schemas.openxmlformats.org/drawingml/2006/main">
            <a:srgbClr val="0F4C81"/>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A80461B-E23D-439B-816C-0A1BA366203B}"/>
              </a:ext>
            </a:extLst>
          </p:cNvPr>
          <p:cNvSpPr>
            <a:spLocks xmlns:a="http://schemas.openxmlformats.org/drawingml/2006/main" noGrp="1"/>
          </p:cNvSpPr>
          <p:nvPr/>
        </p:nvSpPr>
        <p:spPr>
          <a:xfrm xmlns:a="http://schemas.openxmlformats.org/drawingml/2006/main">
            <a:off x="876300" y="2647950"/>
            <a:ext cx="400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8be77f228a845b3">
            <a:extLst>
              <a:ext uri="{96DAC541-7B7A-43D3-8B79-37D633B846F1}">
                <asvg:svgBlip xmlns:asvg="http://schemas.microsoft.com/office/drawing/2016/SVG/main" r:embed="R948f6aa8bba648fb"/>
              </a:ext>
            </a:extLst>
          </a:blip>
          <a:stretch xmlns:a="http://schemas.openxmlformats.org/drawingml/2006/main"/>
        </p:blipFill>
        <p:spPr>
          <a:xfrm xmlns:a="http://schemas.openxmlformats.org/drawingml/2006/main">
            <a:off x="3409950" y="2628900"/>
            <a:ext cx="266700" cy="2667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4236D77-1A86-44CD-A6F8-E89BFB46BF7C}"/>
              </a:ext>
            </a:extLst>
          </p:cNvPr>
          <p:cNvSpPr>
            <a:spLocks xmlns:a="http://schemas.openxmlformats.org/drawingml/2006/main" noGrp="1"/>
          </p:cNvSpPr>
          <p:nvPr/>
        </p:nvSpPr>
        <p:spPr>
          <a:xfrm xmlns:a="http://schemas.openxmlformats.org/drawingml/2006/main">
            <a:off x="1447800" y="2609850"/>
            <a:ext cx="190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E293B"/>
                </a:solidFill>
                <a:latin typeface="Aptos Display"/>
                <a:ea typeface="Aptos Display"/>
                <a:cs typeface="Aptos Display"/>
              </a:defRPr>
            </a:pPr>
            <a:r>
              <a:rPr sz="1425" b="1">
                <a:solidFill>
                  <a:srgbClr val="1E293B"/>
                </a:solidFill>
                <a:latin typeface="Aptos Display"/>
                <a:ea typeface="Aptos Display"/>
                <a:cs typeface="Aptos Display"/>
              </a:rPr>
              <a:t>Matrix berechnen</a:t>
            </a:r>
          </a:p>
        </p:txBody>
      </p:sp>
      <p:sp>
        <p:nvSpPr>
          <p:cNvPr id="13" name="">
            <a:extLst xmlns:a="http://schemas.openxmlformats.org/drawingml/2006/main">
              <a:ext uri="{FF2B5EF4-FFF2-40B4-BE49-F238E27FC236}">
                <a16:creationId xmlns:a16="http://schemas.microsoft.com/office/drawing/2014/main" id="{59BF9EDB-6108-4674-A4EA-D77D520ADA46}"/>
              </a:ext>
            </a:extLst>
          </p:cNvPr>
          <p:cNvSpPr>
            <a:spLocks xmlns:a="http://schemas.openxmlformats.org/drawingml/2006/main" noGrp="1"/>
          </p:cNvSpPr>
          <p:nvPr/>
        </p:nvSpPr>
        <p:spPr>
          <a:xfrm xmlns:a="http://schemas.openxmlformats.org/drawingml/2006/main">
            <a:off x="1447800" y="2933700"/>
            <a:ext cx="2228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64748B"/>
                </a:solidFill>
                <a:latin typeface="Aptos"/>
                <a:ea typeface="Aptos"/>
                <a:cs typeface="Aptos"/>
              </a:defRPr>
            </a:pPr>
            <a:r>
              <a:rPr sz="990" b="0">
                <a:solidFill>
                  <a:srgbClr val="64748B"/>
                </a:solidFill>
                <a:latin typeface="Aptos"/>
                <a:ea typeface="Aptos"/>
                <a:cs typeface="Aptos"/>
              </a:rPr>
              <a:t>OSRM liefert Distanz und Fahrzeit von jeder Apotheke zu jedem Hub.</a:t>
            </a:r>
          </a:p>
        </p:txBody>
      </p:sp>
      <p:sp>
        <p:nvSpPr>
          <p:cNvPr id="14" name="">
            <a:extLst xmlns:a="http://schemas.openxmlformats.org/drawingml/2006/main">
              <a:ext uri="{FF2B5EF4-FFF2-40B4-BE49-F238E27FC236}">
                <a16:creationId xmlns:a16="http://schemas.microsoft.com/office/drawing/2014/main" id="{2E5EED12-0AEA-4F3C-AEB6-B3949C55CEC3}"/>
              </a:ext>
            </a:extLst>
          </p:cNvPr>
          <p:cNvSpPr>
            <a:spLocks xmlns:a="http://schemas.openxmlformats.org/drawingml/2006/main" noGrp="1"/>
          </p:cNvSpPr>
          <p:nvPr/>
        </p:nvSpPr>
        <p:spPr>
          <a:xfrm xmlns:a="http://schemas.openxmlformats.org/drawingml/2006/main">
            <a:off x="685800" y="3638550"/>
            <a:ext cx="3276600" cy="971550"/>
          </a:xfrm>
          <a:prstGeom xmlns:a="http://schemas.openxmlformats.org/drawingml/2006/main" prst="roundRect">
            <a:avLst>
              <a:gd name="adj" fmla="val 7843"/>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809DD42-11FC-441F-9449-E0DF99E945BE}"/>
              </a:ext>
            </a:extLst>
          </p:cNvPr>
          <p:cNvSpPr>
            <a:spLocks xmlns:a="http://schemas.openxmlformats.org/drawingml/2006/main" noGrp="1"/>
          </p:cNvSpPr>
          <p:nvPr/>
        </p:nvSpPr>
        <p:spPr>
          <a:xfrm xmlns:a="http://schemas.openxmlformats.org/drawingml/2006/main">
            <a:off x="647700" y="3581400"/>
            <a:ext cx="3276600" cy="971550"/>
          </a:xfrm>
          <a:prstGeom xmlns:a="http://schemas.openxmlformats.org/drawingml/2006/main" prst="roundRect">
            <a:avLst>
              <a:gd name="adj" fmla="val 7843"/>
            </a:avLst>
          </a:prstGeom>
          <a:solidFill xmlns:a="http://schemas.openxmlformats.org/drawingml/2006/main">
            <a:srgbClr val="FFF7E8"/>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54B1CBD0-CCB0-4463-B819-93189737245C}"/>
              </a:ext>
            </a:extLst>
          </p:cNvPr>
          <p:cNvSpPr>
            <a:spLocks xmlns:a="http://schemas.openxmlformats.org/drawingml/2006/main" noGrp="1"/>
          </p:cNvSpPr>
          <p:nvPr/>
        </p:nvSpPr>
        <p:spPr>
          <a:xfrm xmlns:a="http://schemas.openxmlformats.org/drawingml/2006/main">
            <a:off x="647700" y="3581400"/>
            <a:ext cx="66675" cy="9715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4EEAE8A-E49D-4933-BFFE-F0EBE0A70CA2}"/>
              </a:ext>
            </a:extLst>
          </p:cNvPr>
          <p:cNvSpPr>
            <a:spLocks xmlns:a="http://schemas.openxmlformats.org/drawingml/2006/main" noGrp="1"/>
          </p:cNvSpPr>
          <p:nvPr/>
        </p:nvSpPr>
        <p:spPr>
          <a:xfrm xmlns:a="http://schemas.openxmlformats.org/drawingml/2006/main">
            <a:off x="876300" y="3800475"/>
            <a:ext cx="400050" cy="400050"/>
          </a:xfrm>
          <a:prstGeom xmlns:a="http://schemas.openxmlformats.org/drawingml/2006/main" prst="ellipse">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752FE4D2-10F0-49C0-9AC9-5F47CA06C14C}"/>
              </a:ext>
            </a:extLst>
          </p:cNvPr>
          <p:cNvSpPr>
            <a:spLocks xmlns:a="http://schemas.openxmlformats.org/drawingml/2006/main" noGrp="1"/>
          </p:cNvSpPr>
          <p:nvPr/>
        </p:nvSpPr>
        <p:spPr>
          <a:xfrm xmlns:a="http://schemas.openxmlformats.org/drawingml/2006/main">
            <a:off x="876300" y="3829050"/>
            <a:ext cx="400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25a40cfbb9f4cc5">
            <a:extLst>
              <a:ext uri="{96DAC541-7B7A-43D3-8B79-37D633B846F1}">
                <asvg:svgBlip xmlns:asvg="http://schemas.microsoft.com/office/drawing/2016/SVG/main" r:embed="R117c97f9dd264247"/>
              </a:ext>
            </a:extLst>
          </a:blip>
          <a:stretch xmlns:a="http://schemas.openxmlformats.org/drawingml/2006/main"/>
        </p:blipFill>
        <p:spPr>
          <a:xfrm xmlns:a="http://schemas.openxmlformats.org/drawingml/2006/main">
            <a:off x="3409950" y="3810000"/>
            <a:ext cx="266700" cy="2667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067FEDB-7977-4854-B9F0-ED6FA7056293}"/>
              </a:ext>
            </a:extLst>
          </p:cNvPr>
          <p:cNvSpPr>
            <a:spLocks xmlns:a="http://schemas.openxmlformats.org/drawingml/2006/main" noGrp="1"/>
          </p:cNvSpPr>
          <p:nvPr/>
        </p:nvSpPr>
        <p:spPr>
          <a:xfrm xmlns:a="http://schemas.openxmlformats.org/drawingml/2006/main">
            <a:off x="1447800" y="3790950"/>
            <a:ext cx="190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E293B"/>
                </a:solidFill>
                <a:latin typeface="Aptos Display"/>
                <a:ea typeface="Aptos Display"/>
                <a:cs typeface="Aptos Display"/>
              </a:defRPr>
            </a:pPr>
            <a:r>
              <a:rPr sz="1425" b="1">
                <a:solidFill>
                  <a:srgbClr val="1E293B"/>
                </a:solidFill>
                <a:latin typeface="Aptos Display"/>
                <a:ea typeface="Aptos Display"/>
                <a:cs typeface="Aptos Display"/>
              </a:rPr>
              <a:t>HQ begrenzen</a:t>
            </a:r>
          </a:p>
        </p:txBody>
      </p:sp>
      <p:sp>
        <p:nvSpPr>
          <p:cNvPr id="21" name="">
            <a:extLst xmlns:a="http://schemas.openxmlformats.org/drawingml/2006/main">
              <a:ext uri="{FF2B5EF4-FFF2-40B4-BE49-F238E27FC236}">
                <a16:creationId xmlns:a16="http://schemas.microsoft.com/office/drawing/2014/main" id="{E7AC4810-6434-4310-A6BA-A67615F8549B}"/>
              </a:ext>
            </a:extLst>
          </p:cNvPr>
          <p:cNvSpPr>
            <a:spLocks xmlns:a="http://schemas.openxmlformats.org/drawingml/2006/main" noGrp="1"/>
          </p:cNvSpPr>
          <p:nvPr/>
        </p:nvSpPr>
        <p:spPr>
          <a:xfrm xmlns:a="http://schemas.openxmlformats.org/drawingml/2006/main">
            <a:off x="1447800" y="4114800"/>
            <a:ext cx="2228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64748B"/>
                </a:solidFill>
                <a:latin typeface="Aptos"/>
                <a:ea typeface="Aptos"/>
                <a:cs typeface="Aptos"/>
              </a:defRPr>
            </a:pPr>
            <a:r>
              <a:rPr sz="990" b="0">
                <a:solidFill>
                  <a:srgbClr val="64748B"/>
                </a:solidFill>
                <a:latin typeface="Aptos"/>
                <a:ea typeface="Aptos"/>
                <a:cs typeface="Aptos"/>
              </a:rPr>
              <a:t>Direktlieferung vom HQ nur bis 20 km Straßendistanz.</a:t>
            </a:r>
          </a:p>
        </p:txBody>
      </p:sp>
      <p:sp>
        <p:nvSpPr>
          <p:cNvPr id="22" name="">
            <a:extLst xmlns:a="http://schemas.openxmlformats.org/drawingml/2006/main">
              <a:ext uri="{FF2B5EF4-FFF2-40B4-BE49-F238E27FC236}">
                <a16:creationId xmlns:a16="http://schemas.microsoft.com/office/drawing/2014/main" id="{C8633F66-FD92-40CB-810F-2544AFB1D81A}"/>
              </a:ext>
            </a:extLst>
          </p:cNvPr>
          <p:cNvSpPr>
            <a:spLocks xmlns:a="http://schemas.openxmlformats.org/drawingml/2006/main" noGrp="1"/>
          </p:cNvSpPr>
          <p:nvPr/>
        </p:nvSpPr>
        <p:spPr>
          <a:xfrm xmlns:a="http://schemas.openxmlformats.org/drawingml/2006/main">
            <a:off x="685800" y="4819650"/>
            <a:ext cx="3276600" cy="1028700"/>
          </a:xfrm>
          <a:prstGeom xmlns:a="http://schemas.openxmlformats.org/drawingml/2006/main" prst="roundRect">
            <a:avLst>
              <a:gd name="adj" fmla="val 7407"/>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704A045-EC24-4808-9A9E-E93272B12C0D}"/>
              </a:ext>
            </a:extLst>
          </p:cNvPr>
          <p:cNvSpPr>
            <a:spLocks xmlns:a="http://schemas.openxmlformats.org/drawingml/2006/main" noGrp="1"/>
          </p:cNvSpPr>
          <p:nvPr/>
        </p:nvSpPr>
        <p:spPr>
          <a:xfrm xmlns:a="http://schemas.openxmlformats.org/drawingml/2006/main">
            <a:off x="647700" y="4762500"/>
            <a:ext cx="3276600" cy="1028700"/>
          </a:xfrm>
          <a:prstGeom xmlns:a="http://schemas.openxmlformats.org/drawingml/2006/main" prst="roundRect">
            <a:avLst>
              <a:gd name="adj" fmla="val 7407"/>
            </a:avLst>
          </a:prstGeom>
          <a:solidFill xmlns:a="http://schemas.openxmlformats.org/drawingml/2006/main">
            <a:srgbClr val="ECFBF8"/>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505AC52D-8BEE-4265-B2F4-130A6A2C8DB2}"/>
              </a:ext>
            </a:extLst>
          </p:cNvPr>
          <p:cNvSpPr>
            <a:spLocks xmlns:a="http://schemas.openxmlformats.org/drawingml/2006/main" noGrp="1"/>
          </p:cNvSpPr>
          <p:nvPr/>
        </p:nvSpPr>
        <p:spPr>
          <a:xfrm xmlns:a="http://schemas.openxmlformats.org/drawingml/2006/main">
            <a:off x="647700" y="4762500"/>
            <a:ext cx="66675" cy="1028700"/>
          </a:xfrm>
          <a:prstGeom xmlns:a="http://schemas.openxmlformats.org/drawingml/2006/main" prst="rect">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3F00670E-347D-449E-852E-3A070A0CD78A}"/>
              </a:ext>
            </a:extLst>
          </p:cNvPr>
          <p:cNvSpPr>
            <a:spLocks xmlns:a="http://schemas.openxmlformats.org/drawingml/2006/main" noGrp="1"/>
          </p:cNvSpPr>
          <p:nvPr/>
        </p:nvSpPr>
        <p:spPr>
          <a:xfrm xmlns:a="http://schemas.openxmlformats.org/drawingml/2006/main">
            <a:off x="876300" y="4981575"/>
            <a:ext cx="400050" cy="400050"/>
          </a:xfrm>
          <a:prstGeom xmlns:a="http://schemas.openxmlformats.org/drawingml/2006/main" prst="ellipse">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BFD478FC-47A3-4355-B924-FC1C38D7AF53}"/>
              </a:ext>
            </a:extLst>
          </p:cNvPr>
          <p:cNvSpPr>
            <a:spLocks xmlns:a="http://schemas.openxmlformats.org/drawingml/2006/main" noGrp="1"/>
          </p:cNvSpPr>
          <p:nvPr/>
        </p:nvSpPr>
        <p:spPr>
          <a:xfrm xmlns:a="http://schemas.openxmlformats.org/drawingml/2006/main">
            <a:off x="876300" y="5010150"/>
            <a:ext cx="400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47edab90e9f4232">
            <a:extLst>
              <a:ext uri="{96DAC541-7B7A-43D3-8B79-37D633B846F1}">
                <asvg:svgBlip xmlns:asvg="http://schemas.microsoft.com/office/drawing/2016/SVG/main" r:embed="R4cd84a73e52a4369"/>
              </a:ext>
            </a:extLst>
          </a:blip>
          <a:stretch xmlns:a="http://schemas.openxmlformats.org/drawingml/2006/main"/>
        </p:blipFill>
        <p:spPr>
          <a:xfrm xmlns:a="http://schemas.openxmlformats.org/drawingml/2006/main">
            <a:off x="3409950" y="4991100"/>
            <a:ext cx="266700" cy="2667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FBDAE983-5DFE-4902-A6A4-1AF8DA2BF2D8}"/>
              </a:ext>
            </a:extLst>
          </p:cNvPr>
          <p:cNvSpPr>
            <a:spLocks xmlns:a="http://schemas.openxmlformats.org/drawingml/2006/main" noGrp="1"/>
          </p:cNvSpPr>
          <p:nvPr/>
        </p:nvSpPr>
        <p:spPr>
          <a:xfrm xmlns:a="http://schemas.openxmlformats.org/drawingml/2006/main">
            <a:off x="1447800" y="4972050"/>
            <a:ext cx="190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E293B"/>
                </a:solidFill>
                <a:latin typeface="Aptos Display"/>
                <a:ea typeface="Aptos Display"/>
                <a:cs typeface="Aptos Display"/>
              </a:defRPr>
            </a:pPr>
            <a:r>
              <a:rPr sz="1425" b="1">
                <a:solidFill>
                  <a:srgbClr val="1E293B"/>
                </a:solidFill>
                <a:latin typeface="Aptos Display"/>
                <a:ea typeface="Aptos Display"/>
                <a:cs typeface="Aptos Display"/>
              </a:rPr>
              <a:t>Zuordnen</a:t>
            </a:r>
          </a:p>
        </p:txBody>
      </p:sp>
      <p:sp>
        <p:nvSpPr>
          <p:cNvPr id="29" name="">
            <a:extLst xmlns:a="http://schemas.openxmlformats.org/drawingml/2006/main">
              <a:ext uri="{FF2B5EF4-FFF2-40B4-BE49-F238E27FC236}">
                <a16:creationId xmlns:a16="http://schemas.microsoft.com/office/drawing/2014/main" id="{4F30B472-C227-4ECE-AE80-E67DB55FD613}"/>
              </a:ext>
            </a:extLst>
          </p:cNvPr>
          <p:cNvSpPr>
            <a:spLocks xmlns:a="http://schemas.openxmlformats.org/drawingml/2006/main" noGrp="1"/>
          </p:cNvSpPr>
          <p:nvPr/>
        </p:nvSpPr>
        <p:spPr>
          <a:xfrm xmlns:a="http://schemas.openxmlformats.org/drawingml/2006/main">
            <a:off x="1447800" y="5295900"/>
            <a:ext cx="2228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64748B"/>
                </a:solidFill>
                <a:latin typeface="Aptos"/>
                <a:ea typeface="Aptos"/>
                <a:cs typeface="Aptos"/>
              </a:defRPr>
            </a:pPr>
            <a:r>
              <a:rPr sz="990" b="0">
                <a:solidFill>
                  <a:srgbClr val="64748B"/>
                </a:solidFill>
                <a:latin typeface="Aptos"/>
                <a:ea typeface="Aptos"/>
                <a:cs typeface="Aptos"/>
              </a:rPr>
              <a:t>Jede Apotheke geht zum schnellsten Hub mit verbleibender Kapazität.</a:t>
            </a:r>
          </a:p>
        </p:txBody>
      </p:sp>
      <p:sp>
        <p:nvSpPr>
          <p:cNvPr id="30" name="">
            <a:extLst xmlns:a="http://schemas.openxmlformats.org/drawingml/2006/main">
              <a:ext uri="{FF2B5EF4-FFF2-40B4-BE49-F238E27FC236}">
                <a16:creationId xmlns:a16="http://schemas.microsoft.com/office/drawing/2014/main" id="{18A535D2-EA65-4868-818D-B448E7367773}"/>
              </a:ext>
            </a:extLst>
          </p:cNvPr>
          <p:cNvSpPr>
            <a:spLocks xmlns:a="http://schemas.openxmlformats.org/drawingml/2006/main" noGrp="1"/>
          </p:cNvSpPr>
          <p:nvPr/>
        </p:nvSpPr>
        <p:spPr>
          <a:xfrm xmlns:a="http://schemas.openxmlformats.org/drawingml/2006/main">
            <a:off x="4324350" y="2400300"/>
            <a:ext cx="3600450" cy="533400"/>
          </a:xfrm>
          <a:prstGeom xmlns:a="http://schemas.openxmlformats.org/drawingml/2006/main" prst="roundRect">
            <a:avLst>
              <a:gd name="adj" fmla="val 14286"/>
            </a:avLst>
          </a:prstGeom>
          <a:solidFill xmlns:a="http://schemas.openxmlformats.org/drawingml/2006/main">
            <a:srgbClr val="101826"/>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73B2017C-6AB7-4B63-A2AE-A1F1FBC6CDAD}"/>
              </a:ext>
            </a:extLst>
          </p:cNvPr>
          <p:cNvSpPr>
            <a:spLocks xmlns:a="http://schemas.openxmlformats.org/drawingml/2006/main" noGrp="1"/>
          </p:cNvSpPr>
          <p:nvPr/>
        </p:nvSpPr>
        <p:spPr>
          <a:xfrm xmlns:a="http://schemas.openxmlformats.org/drawingml/2006/main">
            <a:off x="4476750" y="2495550"/>
            <a:ext cx="3295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63" b="1">
                <a:solidFill>
                  <a:srgbClr val="D7E2F1"/>
                </a:solidFill>
                <a:latin typeface="Aptos Mono"/>
                <a:ea typeface="Aptos Mono"/>
                <a:cs typeface="Aptos Mono"/>
              </a:defRPr>
            </a:pPr>
            <a:r>
              <a:rPr sz="1163" b="1">
                <a:solidFill>
                  <a:srgbClr val="D7E2F1"/>
                </a:solidFill>
                <a:latin typeface="Aptos Mono"/>
                <a:ea typeface="Aptos Mono"/>
                <a:cs typeface="Aptos Mono"/>
              </a:rPr>
              <a:t>choice = min(Fahrzeit), wenn load + demand ≤ capacity</a:t>
            </a:r>
          </a:p>
        </p:txBody>
      </p:sp>
      <p:sp>
        <p:nvSpPr>
          <p:cNvPr id="32" name="">
            <a:extLst xmlns:a="http://schemas.openxmlformats.org/drawingml/2006/main">
              <a:ext uri="{FF2B5EF4-FFF2-40B4-BE49-F238E27FC236}">
                <a16:creationId xmlns:a16="http://schemas.microsoft.com/office/drawing/2014/main" id="{99E2F363-D321-4909-BA99-9CFD43426493}"/>
              </a:ext>
            </a:extLst>
          </p:cNvPr>
          <p:cNvSpPr>
            <a:spLocks xmlns:a="http://schemas.openxmlformats.org/drawingml/2006/main" noGrp="1"/>
          </p:cNvSpPr>
          <p:nvPr/>
        </p:nvSpPr>
        <p:spPr>
          <a:xfrm xmlns:a="http://schemas.openxmlformats.org/drawingml/2006/main">
            <a:off x="4362450" y="3181350"/>
            <a:ext cx="3600450" cy="1200150"/>
          </a:xfrm>
          <a:prstGeom xmlns:a="http://schemas.openxmlformats.org/drawingml/2006/main" prst="roundRect">
            <a:avLst>
              <a:gd name="adj" fmla="val 6349"/>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0C500195-9F70-4BF6-9185-B2F6D9F6AC0B}"/>
              </a:ext>
            </a:extLst>
          </p:cNvPr>
          <p:cNvSpPr>
            <a:spLocks xmlns:a="http://schemas.openxmlformats.org/drawingml/2006/main" noGrp="1"/>
          </p:cNvSpPr>
          <p:nvPr/>
        </p:nvSpPr>
        <p:spPr>
          <a:xfrm xmlns:a="http://schemas.openxmlformats.org/drawingml/2006/main">
            <a:off x="4324350" y="3124200"/>
            <a:ext cx="36004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B27A6BDD-F66B-4448-B311-62839187F35C}"/>
              </a:ext>
            </a:extLst>
          </p:cNvPr>
          <p:cNvSpPr>
            <a:spLocks xmlns:a="http://schemas.openxmlformats.org/drawingml/2006/main" noGrp="1"/>
          </p:cNvSpPr>
          <p:nvPr/>
        </p:nvSpPr>
        <p:spPr>
          <a:xfrm xmlns:a="http://schemas.openxmlformats.org/drawingml/2006/main">
            <a:off x="4533900" y="32575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293B"/>
                </a:solidFill>
                <a:latin typeface="Aptos Display"/>
                <a:ea typeface="Aptos Display"/>
                <a:cs typeface="Aptos Display"/>
              </a:defRPr>
            </a:pPr>
            <a:r>
              <a:rPr sz="1350" b="1">
                <a:solidFill>
                  <a:srgbClr val="1E293B"/>
                </a:solidFill>
                <a:latin typeface="Aptos Display"/>
                <a:ea typeface="Aptos Display"/>
                <a:cs typeface="Aptos Display"/>
              </a:rPr>
              <a:t>OSRM-Zeitmatrix</a:t>
            </a:r>
          </a:p>
        </p:txBody>
      </p:sp>
      <p:sp>
        <p:nvSpPr>
          <p:cNvPr id="35" name="">
            <a:extLst xmlns:a="http://schemas.openxmlformats.org/drawingml/2006/main">
              <a:ext uri="{FF2B5EF4-FFF2-40B4-BE49-F238E27FC236}">
                <a16:creationId xmlns:a16="http://schemas.microsoft.com/office/drawing/2014/main" id="{68E36AA1-06B5-447E-8A2C-FE2EE9840B42}"/>
              </a:ext>
            </a:extLst>
          </p:cNvPr>
          <p:cNvSpPr>
            <a:spLocks xmlns:a="http://schemas.openxmlformats.org/drawingml/2006/main" noGrp="1"/>
          </p:cNvSpPr>
          <p:nvPr/>
        </p:nvSpPr>
        <p:spPr>
          <a:xfrm xmlns:a="http://schemas.openxmlformats.org/drawingml/2006/main">
            <a:off x="6419850" y="32956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63" b="0">
                <a:solidFill>
                  <a:srgbClr val="64748B"/>
                </a:solidFill>
                <a:latin typeface="Aptos"/>
                <a:ea typeface="Aptos"/>
                <a:cs typeface="Aptos"/>
              </a:defRPr>
            </a:pPr>
            <a:r>
              <a:rPr sz="863" b="0">
                <a:solidFill>
                  <a:srgbClr val="64748B"/>
                </a:solidFill>
                <a:latin typeface="Aptos"/>
                <a:ea typeface="Aptos"/>
                <a:cs typeface="Aptos"/>
              </a:rPr>
              <a:t>400 × alle Hubs</a:t>
            </a:r>
          </a:p>
        </p:txBody>
      </p:sp>
      <p:sp>
        <p:nvSpPr>
          <p:cNvPr id="36" name="">
            <a:extLst xmlns:a="http://schemas.openxmlformats.org/drawingml/2006/main">
              <a:ext uri="{FF2B5EF4-FFF2-40B4-BE49-F238E27FC236}">
                <a16:creationId xmlns:a16="http://schemas.microsoft.com/office/drawing/2014/main" id="{B8A587A0-9F5C-4C85-9BE8-DB68B6257589}"/>
              </a:ext>
            </a:extLst>
          </p:cNvPr>
          <p:cNvSpPr>
            <a:spLocks xmlns:a="http://schemas.openxmlformats.org/drawingml/2006/main" noGrp="1"/>
          </p:cNvSpPr>
          <p:nvPr/>
        </p:nvSpPr>
        <p:spPr>
          <a:xfrm xmlns:a="http://schemas.openxmlformats.org/drawingml/2006/main">
            <a:off x="4533900" y="3771900"/>
            <a:ext cx="2667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Apotheken</a:t>
            </a:r>
          </a:p>
        </p:txBody>
      </p:sp>
      <p:sp>
        <p:nvSpPr>
          <p:cNvPr id="37" name="">
            <a:extLst xmlns:a="http://schemas.openxmlformats.org/drawingml/2006/main">
              <a:ext uri="{FF2B5EF4-FFF2-40B4-BE49-F238E27FC236}">
                <a16:creationId xmlns:a16="http://schemas.microsoft.com/office/drawing/2014/main" id="{807D5BE0-6A92-4D32-B98C-C17ADD0921E0}"/>
              </a:ext>
            </a:extLst>
          </p:cNvPr>
          <p:cNvSpPr>
            <a:spLocks xmlns:a="http://schemas.openxmlformats.org/drawingml/2006/main" noGrp="1"/>
          </p:cNvSpPr>
          <p:nvPr/>
        </p:nvSpPr>
        <p:spPr>
          <a:xfrm xmlns:a="http://schemas.openxmlformats.org/drawingml/2006/main">
            <a:off x="5257800" y="3448050"/>
            <a:ext cx="762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64748B"/>
                </a:solidFill>
                <a:latin typeface="Aptos"/>
                <a:ea typeface="Aptos"/>
                <a:cs typeface="Aptos"/>
              </a:defRPr>
            </a:pPr>
            <a:r>
              <a:rPr sz="750" b="0">
                <a:solidFill>
                  <a:srgbClr val="64748B"/>
                </a:solidFill>
                <a:latin typeface="Aptos"/>
                <a:ea typeface="Aptos"/>
                <a:cs typeface="Aptos"/>
              </a:rPr>
              <a:t>Hubs</a:t>
            </a:r>
          </a:p>
        </p:txBody>
      </p:sp>
      <p:sp>
        <p:nvSpPr>
          <p:cNvPr id="38" name="">
            <a:extLst xmlns:a="http://schemas.openxmlformats.org/drawingml/2006/main">
              <a:ext uri="{FF2B5EF4-FFF2-40B4-BE49-F238E27FC236}">
                <a16:creationId xmlns:a16="http://schemas.microsoft.com/office/drawing/2014/main" id="{72C120B9-7D74-444B-8ACE-9E9A30F7843C}"/>
              </a:ext>
            </a:extLst>
          </p:cNvPr>
          <p:cNvSpPr>
            <a:spLocks xmlns:a="http://schemas.openxmlformats.org/drawingml/2006/main" noGrp="1"/>
          </p:cNvSpPr>
          <p:nvPr/>
        </p:nvSpPr>
        <p:spPr>
          <a:xfrm xmlns:a="http://schemas.openxmlformats.org/drawingml/2006/main">
            <a:off x="4933950" y="3581400"/>
            <a:ext cx="133350" cy="133350"/>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C2DA7A2B-0388-45D8-90DD-DF0877981683}"/>
              </a:ext>
            </a:extLst>
          </p:cNvPr>
          <p:cNvSpPr>
            <a:spLocks xmlns:a="http://schemas.openxmlformats.org/drawingml/2006/main" noGrp="1"/>
          </p:cNvSpPr>
          <p:nvPr/>
        </p:nvSpPr>
        <p:spPr>
          <a:xfrm xmlns:a="http://schemas.openxmlformats.org/drawingml/2006/main">
            <a:off x="5124450" y="3581400"/>
            <a:ext cx="133350" cy="133350"/>
          </a:xfrm>
          <a:prstGeom xmlns:a="http://schemas.openxmlformats.org/drawingml/2006/main" prst="roundRect">
            <a:avLst>
              <a:gd name="adj" fmla="val 50000"/>
            </a:avLst>
          </a:prstGeom>
          <a:solidFill xmlns:a="http://schemas.openxmlformats.org/drawingml/2006/main">
            <a:srgbClr val="D8E9F4"/>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BF5EC03E-DC77-41CA-9148-C1188EC81996}"/>
              </a:ext>
            </a:extLst>
          </p:cNvPr>
          <p:cNvSpPr>
            <a:spLocks xmlns:a="http://schemas.openxmlformats.org/drawingml/2006/main" noGrp="1"/>
          </p:cNvSpPr>
          <p:nvPr/>
        </p:nvSpPr>
        <p:spPr>
          <a:xfrm xmlns:a="http://schemas.openxmlformats.org/drawingml/2006/main">
            <a:off x="5314950" y="3581400"/>
            <a:ext cx="133350" cy="133350"/>
          </a:xfrm>
          <a:prstGeom xmlns:a="http://schemas.openxmlformats.org/drawingml/2006/main" prst="roundRect">
            <a:avLst>
              <a:gd name="adj" fmla="val 50000"/>
            </a:avLst>
          </a:prstGeom>
          <a:solidFill xmlns:a="http://schemas.openxmlformats.org/drawingml/2006/main">
            <a:srgbClr val="8FD8D0"/>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4A39EA4D-F721-4843-9F0D-048D23EF12BA}"/>
              </a:ext>
            </a:extLst>
          </p:cNvPr>
          <p:cNvSpPr>
            <a:spLocks xmlns:a="http://schemas.openxmlformats.org/drawingml/2006/main" noGrp="1"/>
          </p:cNvSpPr>
          <p:nvPr/>
        </p:nvSpPr>
        <p:spPr>
          <a:xfrm xmlns:a="http://schemas.openxmlformats.org/drawingml/2006/main">
            <a:off x="5505450" y="3581400"/>
            <a:ext cx="133350" cy="133350"/>
          </a:xfrm>
          <a:prstGeom xmlns:a="http://schemas.openxmlformats.org/drawingml/2006/main" prst="roundRect">
            <a:avLst>
              <a:gd name="adj" fmla="val 50000"/>
            </a:avLst>
          </a:prstGeom>
          <a:solidFill xmlns:a="http://schemas.openxmlformats.org/drawingml/2006/main">
            <a:srgbClr val="EEF2F7"/>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7880C995-653E-4ADB-B931-E14C964E081C}"/>
              </a:ext>
            </a:extLst>
          </p:cNvPr>
          <p:cNvSpPr>
            <a:spLocks xmlns:a="http://schemas.openxmlformats.org/drawingml/2006/main" noGrp="1"/>
          </p:cNvSpPr>
          <p:nvPr/>
        </p:nvSpPr>
        <p:spPr>
          <a:xfrm xmlns:a="http://schemas.openxmlformats.org/drawingml/2006/main">
            <a:off x="5695950" y="3581400"/>
            <a:ext cx="133350" cy="133350"/>
          </a:xfrm>
          <a:prstGeom xmlns:a="http://schemas.openxmlformats.org/drawingml/2006/main" prst="roundRect">
            <a:avLst>
              <a:gd name="adj" fmla="val 50000"/>
            </a:avLst>
          </a:prstGeom>
          <a:solidFill xmlns:a="http://schemas.openxmlformats.org/drawingml/2006/main">
            <a:srgbClr val="8FD8D0"/>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80B17C0F-D383-42A1-A85A-D48E490DDEC9}"/>
              </a:ext>
            </a:extLst>
          </p:cNvPr>
          <p:cNvSpPr>
            <a:spLocks xmlns:a="http://schemas.openxmlformats.org/drawingml/2006/main" noGrp="1"/>
          </p:cNvSpPr>
          <p:nvPr/>
        </p:nvSpPr>
        <p:spPr>
          <a:xfrm xmlns:a="http://schemas.openxmlformats.org/drawingml/2006/main">
            <a:off x="4933950" y="3771900"/>
            <a:ext cx="133350" cy="133350"/>
          </a:xfrm>
          <a:prstGeom xmlns:a="http://schemas.openxmlformats.org/drawingml/2006/main" prst="roundRect">
            <a:avLst>
              <a:gd name="adj" fmla="val 50000"/>
            </a:avLst>
          </a:prstGeom>
          <a:solidFill xmlns:a="http://schemas.openxmlformats.org/drawingml/2006/main">
            <a:srgbClr val="8FD8D0"/>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458314B6-C46B-4F45-9C20-F179DEC668B4}"/>
              </a:ext>
            </a:extLst>
          </p:cNvPr>
          <p:cNvSpPr>
            <a:spLocks xmlns:a="http://schemas.openxmlformats.org/drawingml/2006/main" noGrp="1"/>
          </p:cNvSpPr>
          <p:nvPr/>
        </p:nvSpPr>
        <p:spPr>
          <a:xfrm xmlns:a="http://schemas.openxmlformats.org/drawingml/2006/main">
            <a:off x="5124450" y="3771900"/>
            <a:ext cx="133350" cy="133350"/>
          </a:xfrm>
          <a:prstGeom xmlns:a="http://schemas.openxmlformats.org/drawingml/2006/main" prst="roundRect">
            <a:avLst>
              <a:gd name="adj" fmla="val 50000"/>
            </a:avLst>
          </a:prstGeom>
          <a:solidFill xmlns:a="http://schemas.openxmlformats.org/drawingml/2006/main">
            <a:srgbClr val="8FD8D0"/>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FA5BC70A-9A0D-4333-9059-654B13B2DEA9}"/>
              </a:ext>
            </a:extLst>
          </p:cNvPr>
          <p:cNvSpPr>
            <a:spLocks xmlns:a="http://schemas.openxmlformats.org/drawingml/2006/main" noGrp="1"/>
          </p:cNvSpPr>
          <p:nvPr/>
        </p:nvSpPr>
        <p:spPr>
          <a:xfrm xmlns:a="http://schemas.openxmlformats.org/drawingml/2006/main">
            <a:off x="5314950" y="3771900"/>
            <a:ext cx="133350" cy="133350"/>
          </a:xfrm>
          <a:prstGeom xmlns:a="http://schemas.openxmlformats.org/drawingml/2006/main" prst="roundRect">
            <a:avLst>
              <a:gd name="adj" fmla="val 50000"/>
            </a:avLst>
          </a:prstGeom>
          <a:solidFill xmlns:a="http://schemas.openxmlformats.org/drawingml/2006/main">
            <a:srgbClr val="EEF2F7"/>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54BC6761-2D1C-4660-9C63-83C3030387C7}"/>
              </a:ext>
            </a:extLst>
          </p:cNvPr>
          <p:cNvSpPr>
            <a:spLocks xmlns:a="http://schemas.openxmlformats.org/drawingml/2006/main" noGrp="1"/>
          </p:cNvSpPr>
          <p:nvPr/>
        </p:nvSpPr>
        <p:spPr>
          <a:xfrm xmlns:a="http://schemas.openxmlformats.org/drawingml/2006/main">
            <a:off x="5505450" y="3771900"/>
            <a:ext cx="133350" cy="133350"/>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DDAC95DF-9F32-4F71-90AB-4600A73A56C3}"/>
              </a:ext>
            </a:extLst>
          </p:cNvPr>
          <p:cNvSpPr>
            <a:spLocks xmlns:a="http://schemas.openxmlformats.org/drawingml/2006/main" noGrp="1"/>
          </p:cNvSpPr>
          <p:nvPr/>
        </p:nvSpPr>
        <p:spPr>
          <a:xfrm xmlns:a="http://schemas.openxmlformats.org/drawingml/2006/main">
            <a:off x="5695950" y="3771900"/>
            <a:ext cx="133350" cy="133350"/>
          </a:xfrm>
          <a:prstGeom xmlns:a="http://schemas.openxmlformats.org/drawingml/2006/main" prst="roundRect">
            <a:avLst>
              <a:gd name="adj" fmla="val 50000"/>
            </a:avLst>
          </a:prstGeom>
          <a:solidFill xmlns:a="http://schemas.openxmlformats.org/drawingml/2006/main">
            <a:srgbClr val="EEF2F7"/>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66FA7ADD-4D00-4737-93F7-67F4253912D6}"/>
              </a:ext>
            </a:extLst>
          </p:cNvPr>
          <p:cNvSpPr>
            <a:spLocks xmlns:a="http://schemas.openxmlformats.org/drawingml/2006/main" noGrp="1"/>
          </p:cNvSpPr>
          <p:nvPr/>
        </p:nvSpPr>
        <p:spPr>
          <a:xfrm xmlns:a="http://schemas.openxmlformats.org/drawingml/2006/main">
            <a:off x="4933950" y="3962400"/>
            <a:ext cx="133350" cy="133350"/>
          </a:xfrm>
          <a:prstGeom xmlns:a="http://schemas.openxmlformats.org/drawingml/2006/main" prst="roundRect">
            <a:avLst>
              <a:gd name="adj" fmla="val 50000"/>
            </a:avLst>
          </a:prstGeom>
          <a:solidFill xmlns:a="http://schemas.openxmlformats.org/drawingml/2006/main">
            <a:srgbClr val="EEF2F7"/>
          </a:solidFill>
          <a:ln xmlns:a="http://schemas.openxmlformats.org/drawingml/2006/main" w="9525">
            <a:solidFill>
              <a:srgbClr val="FFFFFF"/>
            </a:solidFill>
            <a:prstDash val="solid"/>
          </a:ln>
        </p:spPr>
      </p:sp>
      <p:sp>
        <p:nvSpPr>
          <p:cNvPr id="49" name="">
            <a:extLst xmlns:a="http://schemas.openxmlformats.org/drawingml/2006/main">
              <a:ext uri="{FF2B5EF4-FFF2-40B4-BE49-F238E27FC236}">
                <a16:creationId xmlns:a16="http://schemas.microsoft.com/office/drawing/2014/main" id="{E9E5DC36-7437-4ECC-B661-91AEBE6C2CA5}"/>
              </a:ext>
            </a:extLst>
          </p:cNvPr>
          <p:cNvSpPr>
            <a:spLocks xmlns:a="http://schemas.openxmlformats.org/drawingml/2006/main" noGrp="1"/>
          </p:cNvSpPr>
          <p:nvPr/>
        </p:nvSpPr>
        <p:spPr>
          <a:xfrm xmlns:a="http://schemas.openxmlformats.org/drawingml/2006/main">
            <a:off x="5124450" y="3962400"/>
            <a:ext cx="133350" cy="133350"/>
          </a:xfrm>
          <a:prstGeom xmlns:a="http://schemas.openxmlformats.org/drawingml/2006/main" prst="roundRect">
            <a:avLst>
              <a:gd name="adj" fmla="val 50000"/>
            </a:avLst>
          </a:prstGeom>
          <a:solidFill xmlns:a="http://schemas.openxmlformats.org/drawingml/2006/main">
            <a:srgbClr val="D8E9F4"/>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332A44B6-7AD0-424E-9A52-4DADEBE60541}"/>
              </a:ext>
            </a:extLst>
          </p:cNvPr>
          <p:cNvSpPr>
            <a:spLocks xmlns:a="http://schemas.openxmlformats.org/drawingml/2006/main" noGrp="1"/>
          </p:cNvSpPr>
          <p:nvPr/>
        </p:nvSpPr>
        <p:spPr>
          <a:xfrm xmlns:a="http://schemas.openxmlformats.org/drawingml/2006/main">
            <a:off x="5314950" y="3962400"/>
            <a:ext cx="133350" cy="133350"/>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w="9525">
            <a:solidFill>
              <a:srgbClr val="FFFFFF"/>
            </a:solidFill>
            <a:prstDash val="solid"/>
          </a:ln>
        </p:spPr>
      </p:sp>
      <p:sp>
        <p:nvSpPr>
          <p:cNvPr id="51" name="">
            <a:extLst xmlns:a="http://schemas.openxmlformats.org/drawingml/2006/main">
              <a:ext uri="{FF2B5EF4-FFF2-40B4-BE49-F238E27FC236}">
                <a16:creationId xmlns:a16="http://schemas.microsoft.com/office/drawing/2014/main" id="{56E1BC83-33C5-4BBE-A8EE-0ACCD9EEAFC8}"/>
              </a:ext>
            </a:extLst>
          </p:cNvPr>
          <p:cNvSpPr>
            <a:spLocks xmlns:a="http://schemas.openxmlformats.org/drawingml/2006/main" noGrp="1"/>
          </p:cNvSpPr>
          <p:nvPr/>
        </p:nvSpPr>
        <p:spPr>
          <a:xfrm xmlns:a="http://schemas.openxmlformats.org/drawingml/2006/main">
            <a:off x="5505450" y="3962400"/>
            <a:ext cx="133350" cy="133350"/>
          </a:xfrm>
          <a:prstGeom xmlns:a="http://schemas.openxmlformats.org/drawingml/2006/main" prst="roundRect">
            <a:avLst>
              <a:gd name="adj" fmla="val 50000"/>
            </a:avLst>
          </a:prstGeom>
          <a:solidFill xmlns:a="http://schemas.openxmlformats.org/drawingml/2006/main">
            <a:srgbClr val="D8E9F4"/>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0E2D2AC8-CA34-49A2-91D1-595415A5BE15}"/>
              </a:ext>
            </a:extLst>
          </p:cNvPr>
          <p:cNvSpPr>
            <a:spLocks xmlns:a="http://schemas.openxmlformats.org/drawingml/2006/main" noGrp="1"/>
          </p:cNvSpPr>
          <p:nvPr/>
        </p:nvSpPr>
        <p:spPr>
          <a:xfrm xmlns:a="http://schemas.openxmlformats.org/drawingml/2006/main">
            <a:off x="5695950" y="3962400"/>
            <a:ext cx="133350" cy="133350"/>
          </a:xfrm>
          <a:prstGeom xmlns:a="http://schemas.openxmlformats.org/drawingml/2006/main" prst="roundRect">
            <a:avLst>
              <a:gd name="adj" fmla="val 50000"/>
            </a:avLst>
          </a:prstGeom>
          <a:solidFill xmlns:a="http://schemas.openxmlformats.org/drawingml/2006/main">
            <a:srgbClr val="8FD8D0"/>
          </a:solidFill>
          <a:ln xmlns:a="http://schemas.openxmlformats.org/drawingml/2006/main" w="9525">
            <a:solidFill>
              <a:srgbClr val="FFFFFF"/>
            </a:solidFill>
            <a:prstDash val="solid"/>
          </a:ln>
        </p:spPr>
      </p:sp>
      <p:sp>
        <p:nvSpPr>
          <p:cNvPr id="53" name="">
            <a:extLst xmlns:a="http://schemas.openxmlformats.org/drawingml/2006/main">
              <a:ext uri="{FF2B5EF4-FFF2-40B4-BE49-F238E27FC236}">
                <a16:creationId xmlns:a16="http://schemas.microsoft.com/office/drawing/2014/main" id="{C08940E2-5B15-4D2C-902E-5F755750400C}"/>
              </a:ext>
            </a:extLst>
          </p:cNvPr>
          <p:cNvSpPr>
            <a:spLocks xmlns:a="http://schemas.openxmlformats.org/drawingml/2006/main" noGrp="1"/>
          </p:cNvSpPr>
          <p:nvPr/>
        </p:nvSpPr>
        <p:spPr>
          <a:xfrm xmlns:a="http://schemas.openxmlformats.org/drawingml/2006/main">
            <a:off x="4933950" y="4152900"/>
            <a:ext cx="133350" cy="133350"/>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w="9525">
            <a:solidFill>
              <a:srgbClr val="FFFFFF"/>
            </a:solidFill>
            <a:prstDash val="solid"/>
          </a:ln>
        </p:spPr>
      </p:sp>
      <p:sp>
        <p:nvSpPr>
          <p:cNvPr id="54" name="">
            <a:extLst xmlns:a="http://schemas.openxmlformats.org/drawingml/2006/main">
              <a:ext uri="{FF2B5EF4-FFF2-40B4-BE49-F238E27FC236}">
                <a16:creationId xmlns:a16="http://schemas.microsoft.com/office/drawing/2014/main" id="{19EA9374-E839-4B7F-B22A-75AB137C9BDC}"/>
              </a:ext>
            </a:extLst>
          </p:cNvPr>
          <p:cNvSpPr>
            <a:spLocks xmlns:a="http://schemas.openxmlformats.org/drawingml/2006/main" noGrp="1"/>
          </p:cNvSpPr>
          <p:nvPr/>
        </p:nvSpPr>
        <p:spPr>
          <a:xfrm xmlns:a="http://schemas.openxmlformats.org/drawingml/2006/main">
            <a:off x="5124450" y="4152900"/>
            <a:ext cx="133350" cy="133350"/>
          </a:xfrm>
          <a:prstGeom xmlns:a="http://schemas.openxmlformats.org/drawingml/2006/main" prst="roundRect">
            <a:avLst>
              <a:gd name="adj" fmla="val 50000"/>
            </a:avLst>
          </a:prstGeom>
          <a:solidFill xmlns:a="http://schemas.openxmlformats.org/drawingml/2006/main">
            <a:srgbClr val="EEF2F7"/>
          </a:solidFill>
          <a:ln xmlns:a="http://schemas.openxmlformats.org/drawingml/2006/main" w="9525">
            <a:solidFill>
              <a:srgbClr val="FFFFFF"/>
            </a:solidFill>
            <a:prstDash val="solid"/>
          </a:ln>
        </p:spPr>
      </p:sp>
      <p:sp>
        <p:nvSpPr>
          <p:cNvPr id="55" name="">
            <a:extLst xmlns:a="http://schemas.openxmlformats.org/drawingml/2006/main">
              <a:ext uri="{FF2B5EF4-FFF2-40B4-BE49-F238E27FC236}">
                <a16:creationId xmlns:a16="http://schemas.microsoft.com/office/drawing/2014/main" id="{5A48FBAB-8589-43DD-B62A-5D628CBACB0D}"/>
              </a:ext>
            </a:extLst>
          </p:cNvPr>
          <p:cNvSpPr>
            <a:spLocks xmlns:a="http://schemas.openxmlformats.org/drawingml/2006/main" noGrp="1"/>
          </p:cNvSpPr>
          <p:nvPr/>
        </p:nvSpPr>
        <p:spPr>
          <a:xfrm xmlns:a="http://schemas.openxmlformats.org/drawingml/2006/main">
            <a:off x="5314950" y="4152900"/>
            <a:ext cx="133350" cy="133350"/>
          </a:xfrm>
          <a:prstGeom xmlns:a="http://schemas.openxmlformats.org/drawingml/2006/main" prst="roundRect">
            <a:avLst>
              <a:gd name="adj" fmla="val 50000"/>
            </a:avLst>
          </a:prstGeom>
          <a:solidFill xmlns:a="http://schemas.openxmlformats.org/drawingml/2006/main">
            <a:srgbClr val="D8E9F4"/>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3192E067-7565-4F3B-86DC-B62AEE8AD424}"/>
              </a:ext>
            </a:extLst>
          </p:cNvPr>
          <p:cNvSpPr>
            <a:spLocks xmlns:a="http://schemas.openxmlformats.org/drawingml/2006/main" noGrp="1"/>
          </p:cNvSpPr>
          <p:nvPr/>
        </p:nvSpPr>
        <p:spPr>
          <a:xfrm xmlns:a="http://schemas.openxmlformats.org/drawingml/2006/main">
            <a:off x="5505450" y="4152900"/>
            <a:ext cx="133350" cy="133350"/>
          </a:xfrm>
          <a:prstGeom xmlns:a="http://schemas.openxmlformats.org/drawingml/2006/main" prst="roundRect">
            <a:avLst>
              <a:gd name="adj" fmla="val 50000"/>
            </a:avLst>
          </a:prstGeom>
          <a:solidFill xmlns:a="http://schemas.openxmlformats.org/drawingml/2006/main">
            <a:srgbClr val="8FD8D0"/>
          </a:solidFill>
          <a:ln xmlns:a="http://schemas.openxmlformats.org/drawingml/2006/main" w="9525">
            <a:solidFill>
              <a:srgbClr val="FFFFFF"/>
            </a:solidFill>
            <a:prstDash val="solid"/>
          </a:ln>
        </p:spPr>
      </p:sp>
      <p:sp>
        <p:nvSpPr>
          <p:cNvPr id="57" name="">
            <a:extLst xmlns:a="http://schemas.openxmlformats.org/drawingml/2006/main">
              <a:ext uri="{FF2B5EF4-FFF2-40B4-BE49-F238E27FC236}">
                <a16:creationId xmlns:a16="http://schemas.microsoft.com/office/drawing/2014/main" id="{7F825BA1-C6B5-4503-A156-854CC2168AA2}"/>
              </a:ext>
            </a:extLst>
          </p:cNvPr>
          <p:cNvSpPr>
            <a:spLocks xmlns:a="http://schemas.openxmlformats.org/drawingml/2006/main" noGrp="1"/>
          </p:cNvSpPr>
          <p:nvPr/>
        </p:nvSpPr>
        <p:spPr>
          <a:xfrm xmlns:a="http://schemas.openxmlformats.org/drawingml/2006/main">
            <a:off x="5695950" y="4152900"/>
            <a:ext cx="133350" cy="133350"/>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w="9525">
            <a:solidFill>
              <a:srgbClr val="FFFFFF"/>
            </a:solidFill>
            <a:prstDash val="solid"/>
          </a:ln>
        </p:spPr>
      </p:sp>
      <p:sp>
        <p:nvSpPr>
          <p:cNvPr id="58" name="">
            <a:extLst xmlns:a="http://schemas.openxmlformats.org/drawingml/2006/main">
              <a:ext uri="{FF2B5EF4-FFF2-40B4-BE49-F238E27FC236}">
                <a16:creationId xmlns:a16="http://schemas.microsoft.com/office/drawing/2014/main" id="{A4643DDB-79AD-4BE0-9161-5B372CECF43D}"/>
              </a:ext>
            </a:extLst>
          </p:cNvPr>
          <p:cNvSpPr>
            <a:spLocks xmlns:a="http://schemas.openxmlformats.org/drawingml/2006/main" noGrp="1"/>
          </p:cNvSpPr>
          <p:nvPr/>
        </p:nvSpPr>
        <p:spPr>
          <a:xfrm xmlns:a="http://schemas.openxmlformats.org/drawingml/2006/main">
            <a:off x="4933950" y="4343400"/>
            <a:ext cx="133350" cy="133350"/>
          </a:xfrm>
          <a:prstGeom xmlns:a="http://schemas.openxmlformats.org/drawingml/2006/main" prst="roundRect">
            <a:avLst>
              <a:gd name="adj" fmla="val 50000"/>
            </a:avLst>
          </a:prstGeom>
          <a:solidFill xmlns:a="http://schemas.openxmlformats.org/drawingml/2006/main">
            <a:srgbClr val="D8E9F4"/>
          </a:solidFill>
          <a:ln xmlns:a="http://schemas.openxmlformats.org/drawingml/2006/main" w="9525">
            <a:solidFill>
              <a:srgbClr val="FFFFFF"/>
            </a:solidFill>
            <a:prstDash val="solid"/>
          </a:ln>
        </p:spPr>
      </p:sp>
      <p:sp>
        <p:nvSpPr>
          <p:cNvPr id="59" name="">
            <a:extLst xmlns:a="http://schemas.openxmlformats.org/drawingml/2006/main">
              <a:ext uri="{FF2B5EF4-FFF2-40B4-BE49-F238E27FC236}">
                <a16:creationId xmlns:a16="http://schemas.microsoft.com/office/drawing/2014/main" id="{74DD0989-DB5E-4398-A531-D20FF6BACBB1}"/>
              </a:ext>
            </a:extLst>
          </p:cNvPr>
          <p:cNvSpPr>
            <a:spLocks xmlns:a="http://schemas.openxmlformats.org/drawingml/2006/main" noGrp="1"/>
          </p:cNvSpPr>
          <p:nvPr/>
        </p:nvSpPr>
        <p:spPr>
          <a:xfrm xmlns:a="http://schemas.openxmlformats.org/drawingml/2006/main">
            <a:off x="5124450" y="4343400"/>
            <a:ext cx="133350" cy="133350"/>
          </a:xfrm>
          <a:prstGeom xmlns:a="http://schemas.openxmlformats.org/drawingml/2006/main" prst="roundRect">
            <a:avLst>
              <a:gd name="adj" fmla="val 50000"/>
            </a:avLst>
          </a:prstGeom>
          <a:solidFill xmlns:a="http://schemas.openxmlformats.org/drawingml/2006/main">
            <a:srgbClr val="8FD8D0"/>
          </a:solidFill>
          <a:ln xmlns:a="http://schemas.openxmlformats.org/drawingml/2006/main" w="9525">
            <a:solidFill>
              <a:srgbClr val="FFFFFF"/>
            </a:solidFill>
            <a:prstDash val="solid"/>
          </a:ln>
        </p:spPr>
      </p:sp>
      <p:sp>
        <p:nvSpPr>
          <p:cNvPr id="60" name="">
            <a:extLst xmlns:a="http://schemas.openxmlformats.org/drawingml/2006/main">
              <a:ext uri="{FF2B5EF4-FFF2-40B4-BE49-F238E27FC236}">
                <a16:creationId xmlns:a16="http://schemas.microsoft.com/office/drawing/2014/main" id="{5090ED13-257B-433B-873E-79DE4F7450A4}"/>
              </a:ext>
            </a:extLst>
          </p:cNvPr>
          <p:cNvSpPr>
            <a:spLocks xmlns:a="http://schemas.openxmlformats.org/drawingml/2006/main" noGrp="1"/>
          </p:cNvSpPr>
          <p:nvPr/>
        </p:nvSpPr>
        <p:spPr>
          <a:xfrm xmlns:a="http://schemas.openxmlformats.org/drawingml/2006/main">
            <a:off x="5314950" y="4343400"/>
            <a:ext cx="133350" cy="133350"/>
          </a:xfrm>
          <a:prstGeom xmlns:a="http://schemas.openxmlformats.org/drawingml/2006/main" prst="roundRect">
            <a:avLst>
              <a:gd name="adj" fmla="val 50000"/>
            </a:avLst>
          </a:prstGeom>
          <a:solidFill xmlns:a="http://schemas.openxmlformats.org/drawingml/2006/main">
            <a:srgbClr val="D8E9F4"/>
          </a:solidFill>
          <a:ln xmlns:a="http://schemas.openxmlformats.org/drawingml/2006/main" w="9525">
            <a:solidFill>
              <a:srgbClr val="FFFFFF"/>
            </a:solidFill>
            <a:prstDash val="solid"/>
          </a:ln>
        </p:spPr>
      </p:sp>
      <p:sp>
        <p:nvSpPr>
          <p:cNvPr id="61" name="">
            <a:extLst xmlns:a="http://schemas.openxmlformats.org/drawingml/2006/main">
              <a:ext uri="{FF2B5EF4-FFF2-40B4-BE49-F238E27FC236}">
                <a16:creationId xmlns:a16="http://schemas.microsoft.com/office/drawing/2014/main" id="{B05FA644-667A-48AC-BAA6-2337CC14ACB4}"/>
              </a:ext>
            </a:extLst>
          </p:cNvPr>
          <p:cNvSpPr>
            <a:spLocks xmlns:a="http://schemas.openxmlformats.org/drawingml/2006/main" noGrp="1"/>
          </p:cNvSpPr>
          <p:nvPr/>
        </p:nvSpPr>
        <p:spPr>
          <a:xfrm xmlns:a="http://schemas.openxmlformats.org/drawingml/2006/main">
            <a:off x="5505450" y="4343400"/>
            <a:ext cx="133350" cy="133350"/>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w="9525">
            <a:solidFill>
              <a:srgbClr val="FFFFFF"/>
            </a:solidFill>
            <a:prstDash val="solid"/>
          </a:ln>
        </p:spPr>
      </p:sp>
      <p:sp>
        <p:nvSpPr>
          <p:cNvPr id="62" name="">
            <a:extLst xmlns:a="http://schemas.openxmlformats.org/drawingml/2006/main">
              <a:ext uri="{FF2B5EF4-FFF2-40B4-BE49-F238E27FC236}">
                <a16:creationId xmlns:a16="http://schemas.microsoft.com/office/drawing/2014/main" id="{CF64282D-1466-4049-904F-0CC6AC6DF951}"/>
              </a:ext>
            </a:extLst>
          </p:cNvPr>
          <p:cNvSpPr>
            <a:spLocks xmlns:a="http://schemas.openxmlformats.org/drawingml/2006/main" noGrp="1"/>
          </p:cNvSpPr>
          <p:nvPr/>
        </p:nvSpPr>
        <p:spPr>
          <a:xfrm xmlns:a="http://schemas.openxmlformats.org/drawingml/2006/main">
            <a:off x="5695950" y="4343400"/>
            <a:ext cx="133350" cy="133350"/>
          </a:xfrm>
          <a:prstGeom xmlns:a="http://schemas.openxmlformats.org/drawingml/2006/main" prst="roundRect">
            <a:avLst>
              <a:gd name="adj" fmla="val 50000"/>
            </a:avLst>
          </a:prstGeom>
          <a:solidFill xmlns:a="http://schemas.openxmlformats.org/drawingml/2006/main">
            <a:srgbClr val="EEF2F7"/>
          </a:solidFill>
          <a:ln xmlns:a="http://schemas.openxmlformats.org/drawingml/2006/main" w="9525">
            <a:solidFill>
              <a:srgbClr val="FFFFFF"/>
            </a:solidFill>
            <a:prstDash val="solid"/>
          </a:ln>
        </p:spPr>
      </p:sp>
      <p:sp>
        <p:nvSpPr>
          <p:cNvPr id="63" name="">
            <a:extLst xmlns:a="http://schemas.openxmlformats.org/drawingml/2006/main">
              <a:ext uri="{FF2B5EF4-FFF2-40B4-BE49-F238E27FC236}">
                <a16:creationId xmlns:a16="http://schemas.microsoft.com/office/drawing/2014/main" id="{E00F10F4-2AC3-4DDA-B61D-8F0113F70826}"/>
              </a:ext>
            </a:extLst>
          </p:cNvPr>
          <p:cNvSpPr>
            <a:spLocks xmlns:a="http://schemas.openxmlformats.org/drawingml/2006/main" noGrp="1"/>
          </p:cNvSpPr>
          <p:nvPr/>
        </p:nvSpPr>
        <p:spPr>
          <a:xfrm xmlns:a="http://schemas.openxmlformats.org/drawingml/2006/main">
            <a:off x="4886325" y="3533775"/>
            <a:ext cx="990600" cy="990600"/>
          </a:xfrm>
          <a:prstGeom xmlns:a="http://schemas.openxmlformats.org/drawingml/2006/main" prst="roundRect">
            <a:avLst>
              <a:gd name="adj" fmla="val 7692"/>
            </a:avLst>
          </a:prstGeom>
          <a:solidFill xmlns:a="http://schemas.openxmlformats.org/drawingml/2006/main">
            <a:srgbClr val="000000">
              <a:alpha val="0"/>
            </a:srgbClr>
          </a:solidFill>
          <a:ln xmlns:a="http://schemas.openxmlformats.org/drawingml/2006/main" w="9525">
            <a:solidFill>
              <a:srgbClr val="CBD5E1"/>
            </a:solidFill>
            <a:prstDash val="solid"/>
          </a:ln>
        </p:spPr>
      </p:sp>
      <p:sp>
        <p:nvSpPr>
          <p:cNvPr id="64" name="">
            <a:extLst xmlns:a="http://schemas.openxmlformats.org/drawingml/2006/main">
              <a:ext uri="{FF2B5EF4-FFF2-40B4-BE49-F238E27FC236}">
                <a16:creationId xmlns:a16="http://schemas.microsoft.com/office/drawing/2014/main" id="{FA2DB011-BCCA-4106-B2C9-AC7D646F6FA7}"/>
              </a:ext>
            </a:extLst>
          </p:cNvPr>
          <p:cNvSpPr>
            <a:spLocks xmlns:a="http://schemas.openxmlformats.org/drawingml/2006/main" noGrp="1"/>
          </p:cNvSpPr>
          <p:nvPr/>
        </p:nvSpPr>
        <p:spPr>
          <a:xfrm xmlns:a="http://schemas.openxmlformats.org/drawingml/2006/main">
            <a:off x="6019800" y="3867150"/>
            <a:ext cx="1657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Ein Request ersetzt viele Einzelabfragen.</a:t>
            </a:r>
          </a:p>
        </p:txBody>
      </p:sp>
      <p:sp>
        <p:nvSpPr>
          <p:cNvPr id="65" name="">
            <a:extLst xmlns:a="http://schemas.openxmlformats.org/drawingml/2006/main">
              <a:ext uri="{FF2B5EF4-FFF2-40B4-BE49-F238E27FC236}">
                <a16:creationId xmlns:a16="http://schemas.microsoft.com/office/drawing/2014/main" id="{87C6C29A-AB84-464F-844B-0E128FA26F58}"/>
              </a:ext>
            </a:extLst>
          </p:cNvPr>
          <p:cNvSpPr>
            <a:spLocks xmlns:a="http://schemas.openxmlformats.org/drawingml/2006/main" noGrp="1"/>
          </p:cNvSpPr>
          <p:nvPr/>
        </p:nvSpPr>
        <p:spPr>
          <a:xfrm xmlns:a="http://schemas.openxmlformats.org/drawingml/2006/main">
            <a:off x="4362450" y="4591050"/>
            <a:ext cx="3600450" cy="1257300"/>
          </a:xfrm>
          <a:prstGeom xmlns:a="http://schemas.openxmlformats.org/drawingml/2006/main" prst="roundRect">
            <a:avLst>
              <a:gd name="adj" fmla="val 6061"/>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09E63A52-1900-40DE-A863-A1B2BD45A6B5}"/>
              </a:ext>
            </a:extLst>
          </p:cNvPr>
          <p:cNvSpPr>
            <a:spLocks xmlns:a="http://schemas.openxmlformats.org/drawingml/2006/main" noGrp="1"/>
          </p:cNvSpPr>
          <p:nvPr/>
        </p:nvSpPr>
        <p:spPr>
          <a:xfrm xmlns:a="http://schemas.openxmlformats.org/drawingml/2006/main">
            <a:off x="4324350" y="4533900"/>
            <a:ext cx="3600450" cy="1257300"/>
          </a:xfrm>
          <a:prstGeom xmlns:a="http://schemas.openxmlformats.org/drawingml/2006/main" prst="roundRect">
            <a:avLst>
              <a:gd name="adj" fmla="val 6061"/>
            </a:avLst>
          </a:prstGeom>
          <a:solidFill xmlns:a="http://schemas.openxmlformats.org/drawingml/2006/main">
            <a:srgbClr val="F4F8FB"/>
          </a:solidFill>
          <a:ln xmlns:a="http://schemas.openxmlformats.org/drawingml/2006/main" w="9525">
            <a:solidFill>
              <a:srgbClr val="E2E8F0"/>
            </a:solidFill>
            <a:prstDash val="solid"/>
          </a:ln>
        </p:spPr>
      </p:sp>
      <p:sp>
        <p:nvSpPr>
          <p:cNvPr id="67" name="">
            <a:extLst xmlns:a="http://schemas.openxmlformats.org/drawingml/2006/main">
              <a:ext uri="{FF2B5EF4-FFF2-40B4-BE49-F238E27FC236}">
                <a16:creationId xmlns:a16="http://schemas.microsoft.com/office/drawing/2014/main" id="{81A46D47-8792-4BAC-ACB5-C45761DA8CB0}"/>
              </a:ext>
            </a:extLst>
          </p:cNvPr>
          <p:cNvSpPr>
            <a:spLocks xmlns:a="http://schemas.openxmlformats.org/drawingml/2006/main" noGrp="1"/>
          </p:cNvSpPr>
          <p:nvPr/>
        </p:nvSpPr>
        <p:spPr>
          <a:xfrm xmlns:a="http://schemas.openxmlformats.org/drawingml/2006/main">
            <a:off x="4533900" y="4686300"/>
            <a:ext cx="3181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293B"/>
                </a:solidFill>
                <a:latin typeface="Aptos Display"/>
                <a:ea typeface="Aptos Display"/>
                <a:cs typeface="Aptos Display"/>
              </a:defRPr>
            </a:pPr>
            <a:r>
              <a:rPr sz="1350" b="1">
                <a:solidFill>
                  <a:srgbClr val="1E293B"/>
                </a:solidFill>
                <a:latin typeface="Aptos Display"/>
                <a:ea typeface="Aptos Display"/>
                <a:cs typeface="Aptos Display"/>
              </a:rPr>
              <a:t>Zuweisungsregeln</a:t>
            </a:r>
          </a:p>
        </p:txBody>
      </p:sp>
      <p:sp>
        <p:nvSpPr>
          <p:cNvPr id="68" name="">
            <a:extLst xmlns:a="http://schemas.openxmlformats.org/drawingml/2006/main">
              <a:ext uri="{FF2B5EF4-FFF2-40B4-BE49-F238E27FC236}">
                <a16:creationId xmlns:a16="http://schemas.microsoft.com/office/drawing/2014/main" id="{67B2398D-B4B9-4DA4-B51D-29008CAB5516}"/>
              </a:ext>
            </a:extLst>
          </p:cNvPr>
          <p:cNvSpPr>
            <a:spLocks xmlns:a="http://schemas.openxmlformats.org/drawingml/2006/main" noGrp="1"/>
          </p:cNvSpPr>
          <p:nvPr/>
        </p:nvSpPr>
        <p:spPr>
          <a:xfrm xmlns:a="http://schemas.openxmlformats.org/drawingml/2006/main">
            <a:off x="4533900" y="5038725"/>
            <a:ext cx="66675" cy="66675"/>
          </a:xfrm>
          <a:prstGeom xmlns:a="http://schemas.openxmlformats.org/drawingml/2006/main" prst="ellipse">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0EFEB46B-EB34-4394-BF63-3FEE0781D699}"/>
              </a:ext>
            </a:extLst>
          </p:cNvPr>
          <p:cNvSpPr>
            <a:spLocks xmlns:a="http://schemas.openxmlformats.org/drawingml/2006/main" noGrp="1"/>
          </p:cNvSpPr>
          <p:nvPr/>
        </p:nvSpPr>
        <p:spPr>
          <a:xfrm xmlns:a="http://schemas.openxmlformats.org/drawingml/2006/main">
            <a:off x="4724400" y="4991100"/>
            <a:ext cx="781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E293B"/>
                </a:solidFill>
                <a:latin typeface="Aptos"/>
                <a:ea typeface="Aptos"/>
                <a:cs typeface="Aptos"/>
              </a:defRPr>
            </a:pPr>
            <a:r>
              <a:rPr sz="938" b="1">
                <a:solidFill>
                  <a:srgbClr val="1E293B"/>
                </a:solidFill>
                <a:latin typeface="Aptos"/>
                <a:ea typeface="Aptos"/>
                <a:cs typeface="Aptos"/>
              </a:rPr>
              <a:t>Sortierung</a:t>
            </a:r>
          </a:p>
        </p:txBody>
      </p:sp>
      <p:sp>
        <p:nvSpPr>
          <p:cNvPr id="70" name="">
            <a:extLst xmlns:a="http://schemas.openxmlformats.org/drawingml/2006/main">
              <a:ext uri="{FF2B5EF4-FFF2-40B4-BE49-F238E27FC236}">
                <a16:creationId xmlns:a16="http://schemas.microsoft.com/office/drawing/2014/main" id="{E2DE9884-FBD5-4EE9-B3AF-63168AB85F06}"/>
              </a:ext>
            </a:extLst>
          </p:cNvPr>
          <p:cNvSpPr>
            <a:spLocks xmlns:a="http://schemas.openxmlformats.org/drawingml/2006/main" noGrp="1"/>
          </p:cNvSpPr>
          <p:nvPr/>
        </p:nvSpPr>
        <p:spPr>
          <a:xfrm xmlns:a="http://schemas.openxmlformats.org/drawingml/2006/main">
            <a:off x="5524500" y="4991100"/>
            <a:ext cx="2209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64748B"/>
                </a:solidFill>
                <a:latin typeface="Aptos"/>
                <a:ea typeface="Aptos"/>
                <a:cs typeface="Aptos"/>
              </a:defRPr>
            </a:pPr>
            <a:r>
              <a:rPr sz="840" b="0">
                <a:solidFill>
                  <a:srgbClr val="64748B"/>
                </a:solidFill>
                <a:latin typeface="Aptos"/>
                <a:ea typeface="Aptos"/>
                <a:cs typeface="Aptos"/>
              </a:rPr>
              <a:t>Apotheken mit kürzester bester Fahrzeit zuerst</a:t>
            </a:r>
          </a:p>
        </p:txBody>
      </p:sp>
      <p:sp>
        <p:nvSpPr>
          <p:cNvPr id="71" name="">
            <a:extLst xmlns:a="http://schemas.openxmlformats.org/drawingml/2006/main">
              <a:ext uri="{FF2B5EF4-FFF2-40B4-BE49-F238E27FC236}">
                <a16:creationId xmlns:a16="http://schemas.microsoft.com/office/drawing/2014/main" id="{DEF21F63-7E10-436C-9355-3DFE26F68A9F}"/>
              </a:ext>
            </a:extLst>
          </p:cNvPr>
          <p:cNvSpPr>
            <a:spLocks xmlns:a="http://schemas.openxmlformats.org/drawingml/2006/main" noGrp="1"/>
          </p:cNvSpPr>
          <p:nvPr/>
        </p:nvSpPr>
        <p:spPr>
          <a:xfrm xmlns:a="http://schemas.openxmlformats.org/drawingml/2006/main">
            <a:off x="4533900" y="5248275"/>
            <a:ext cx="66675" cy="66675"/>
          </a:xfrm>
          <a:prstGeom xmlns:a="http://schemas.openxmlformats.org/drawingml/2006/main" prst="ellipse">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B8F1DDC6-2799-488B-9B7C-5DA93112CDFA}"/>
              </a:ext>
            </a:extLst>
          </p:cNvPr>
          <p:cNvSpPr>
            <a:spLocks xmlns:a="http://schemas.openxmlformats.org/drawingml/2006/main" noGrp="1"/>
          </p:cNvSpPr>
          <p:nvPr/>
        </p:nvSpPr>
        <p:spPr>
          <a:xfrm xmlns:a="http://schemas.openxmlformats.org/drawingml/2006/main">
            <a:off x="4724400" y="5200650"/>
            <a:ext cx="781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E293B"/>
                </a:solidFill>
                <a:latin typeface="Aptos"/>
                <a:ea typeface="Aptos"/>
                <a:cs typeface="Aptos"/>
              </a:defRPr>
            </a:pPr>
            <a:r>
              <a:rPr sz="938" b="1">
                <a:solidFill>
                  <a:srgbClr val="1E293B"/>
                </a:solidFill>
                <a:latin typeface="Aptos"/>
                <a:ea typeface="Aptos"/>
                <a:cs typeface="Aptos"/>
              </a:rPr>
              <a:t>Kapazität</a:t>
            </a:r>
          </a:p>
        </p:txBody>
      </p:sp>
      <p:sp>
        <p:nvSpPr>
          <p:cNvPr id="73" name="">
            <a:extLst xmlns:a="http://schemas.openxmlformats.org/drawingml/2006/main">
              <a:ext uri="{FF2B5EF4-FFF2-40B4-BE49-F238E27FC236}">
                <a16:creationId xmlns:a16="http://schemas.microsoft.com/office/drawing/2014/main" id="{B427C52C-E2B8-4FE7-96CC-57F6CAC8F5DC}"/>
              </a:ext>
            </a:extLst>
          </p:cNvPr>
          <p:cNvSpPr>
            <a:spLocks xmlns:a="http://schemas.openxmlformats.org/drawingml/2006/main" noGrp="1"/>
          </p:cNvSpPr>
          <p:nvPr/>
        </p:nvSpPr>
        <p:spPr>
          <a:xfrm xmlns:a="http://schemas.openxmlformats.org/drawingml/2006/main">
            <a:off x="5524500" y="5200650"/>
            <a:ext cx="2209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64748B"/>
                </a:solidFill>
                <a:latin typeface="Aptos"/>
                <a:ea typeface="Aptos"/>
                <a:cs typeface="Aptos"/>
              </a:defRPr>
            </a:pPr>
            <a:r>
              <a:rPr sz="840" b="0">
                <a:solidFill>
                  <a:srgbClr val="64748B"/>
                </a:solidFill>
                <a:latin typeface="Aptos"/>
                <a:ea typeface="Aptos"/>
                <a:cs typeface="Aptos"/>
              </a:rPr>
              <a:t>nächster Hub mit freier Lagerkapazität</a:t>
            </a:r>
          </a:p>
        </p:txBody>
      </p:sp>
      <p:sp>
        <p:nvSpPr>
          <p:cNvPr id="74" name="">
            <a:extLst xmlns:a="http://schemas.openxmlformats.org/drawingml/2006/main">
              <a:ext uri="{FF2B5EF4-FFF2-40B4-BE49-F238E27FC236}">
                <a16:creationId xmlns:a16="http://schemas.microsoft.com/office/drawing/2014/main" id="{5E72CF65-C2CE-42B1-993F-DBCEC2997A68}"/>
              </a:ext>
            </a:extLst>
          </p:cNvPr>
          <p:cNvSpPr>
            <a:spLocks xmlns:a="http://schemas.openxmlformats.org/drawingml/2006/main" noGrp="1"/>
          </p:cNvSpPr>
          <p:nvPr/>
        </p:nvSpPr>
        <p:spPr>
          <a:xfrm xmlns:a="http://schemas.openxmlformats.org/drawingml/2006/main">
            <a:off x="4533900" y="5457825"/>
            <a:ext cx="66675" cy="66675"/>
          </a:xfrm>
          <a:prstGeom xmlns:a="http://schemas.openxmlformats.org/drawingml/2006/main" prst="ellipse">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75" name="">
            <a:extLst xmlns:a="http://schemas.openxmlformats.org/drawingml/2006/main">
              <a:ext uri="{FF2B5EF4-FFF2-40B4-BE49-F238E27FC236}">
                <a16:creationId xmlns:a16="http://schemas.microsoft.com/office/drawing/2014/main" id="{57405EA0-8FCE-4893-89BB-70E0AE0C016B}"/>
              </a:ext>
            </a:extLst>
          </p:cNvPr>
          <p:cNvSpPr>
            <a:spLocks xmlns:a="http://schemas.openxmlformats.org/drawingml/2006/main" noGrp="1"/>
          </p:cNvSpPr>
          <p:nvPr/>
        </p:nvSpPr>
        <p:spPr>
          <a:xfrm xmlns:a="http://schemas.openxmlformats.org/drawingml/2006/main">
            <a:off x="4724400" y="5410200"/>
            <a:ext cx="781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E293B"/>
                </a:solidFill>
                <a:latin typeface="Aptos"/>
                <a:ea typeface="Aptos"/>
                <a:cs typeface="Aptos"/>
              </a:defRPr>
            </a:pPr>
            <a:r>
              <a:rPr sz="938" b="1">
                <a:solidFill>
                  <a:srgbClr val="1E293B"/>
                </a:solidFill>
                <a:latin typeface="Aptos"/>
                <a:ea typeface="Aptos"/>
                <a:cs typeface="Aptos"/>
              </a:rPr>
              <a:t>HQ-Sperre</a:t>
            </a:r>
          </a:p>
        </p:txBody>
      </p:sp>
      <p:sp>
        <p:nvSpPr>
          <p:cNvPr id="76" name="">
            <a:extLst xmlns:a="http://schemas.openxmlformats.org/drawingml/2006/main">
              <a:ext uri="{FF2B5EF4-FFF2-40B4-BE49-F238E27FC236}">
                <a16:creationId xmlns:a16="http://schemas.microsoft.com/office/drawing/2014/main" id="{BAD3A1C9-D62C-4139-A4D3-950DFCBFC577}"/>
              </a:ext>
            </a:extLst>
          </p:cNvPr>
          <p:cNvSpPr>
            <a:spLocks xmlns:a="http://schemas.openxmlformats.org/drawingml/2006/main" noGrp="1"/>
          </p:cNvSpPr>
          <p:nvPr/>
        </p:nvSpPr>
        <p:spPr>
          <a:xfrm xmlns:a="http://schemas.openxmlformats.org/drawingml/2006/main">
            <a:off x="5524500" y="5410200"/>
            <a:ext cx="2209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64748B"/>
                </a:solidFill>
                <a:latin typeface="Aptos"/>
                <a:ea typeface="Aptos"/>
                <a:cs typeface="Aptos"/>
              </a:defRPr>
            </a:pPr>
            <a:r>
              <a:rPr sz="840" b="0">
                <a:solidFill>
                  <a:srgbClr val="64748B"/>
                </a:solidFill>
                <a:latin typeface="Aptos"/>
                <a:ea typeface="Aptos"/>
                <a:cs typeface="Aptos"/>
              </a:rPr>
              <a:t>HQ nur innerhalb 20 km Straßendistanz</a:t>
            </a:r>
          </a:p>
        </p:txBody>
      </p:sp>
      <p:sp>
        <p:nvSpPr>
          <p:cNvPr id="77" name="">
            <a:extLst xmlns:a="http://schemas.openxmlformats.org/drawingml/2006/main">
              <a:ext uri="{FF2B5EF4-FFF2-40B4-BE49-F238E27FC236}">
                <a16:creationId xmlns:a16="http://schemas.microsoft.com/office/drawing/2014/main" id="{CFA2EE28-8CE6-4E86-B7DC-E75CF8A1727D}"/>
              </a:ext>
            </a:extLst>
          </p:cNvPr>
          <p:cNvSpPr>
            <a:spLocks xmlns:a="http://schemas.openxmlformats.org/drawingml/2006/main" noGrp="1"/>
          </p:cNvSpPr>
          <p:nvPr/>
        </p:nvSpPr>
        <p:spPr>
          <a:xfrm xmlns:a="http://schemas.openxmlformats.org/drawingml/2006/main">
            <a:off x="4533900" y="5667375"/>
            <a:ext cx="66675" cy="66675"/>
          </a:xfrm>
          <a:prstGeom xmlns:a="http://schemas.openxmlformats.org/drawingml/2006/main" prst="ellipse">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78" name="">
            <a:extLst xmlns:a="http://schemas.openxmlformats.org/drawingml/2006/main">
              <a:ext uri="{FF2B5EF4-FFF2-40B4-BE49-F238E27FC236}">
                <a16:creationId xmlns:a16="http://schemas.microsoft.com/office/drawing/2014/main" id="{1827FE0C-7982-4694-B8CA-916B7C094946}"/>
              </a:ext>
            </a:extLst>
          </p:cNvPr>
          <p:cNvSpPr>
            <a:spLocks xmlns:a="http://schemas.openxmlformats.org/drawingml/2006/main" noGrp="1"/>
          </p:cNvSpPr>
          <p:nvPr/>
        </p:nvSpPr>
        <p:spPr>
          <a:xfrm xmlns:a="http://schemas.openxmlformats.org/drawingml/2006/main">
            <a:off x="4724400" y="5619750"/>
            <a:ext cx="781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E293B"/>
                </a:solidFill>
                <a:latin typeface="Aptos"/>
                <a:ea typeface="Aptos"/>
                <a:cs typeface="Aptos"/>
              </a:defRPr>
            </a:pPr>
            <a:r>
              <a:rPr sz="938" b="1">
                <a:solidFill>
                  <a:srgbClr val="1E293B"/>
                </a:solidFill>
                <a:latin typeface="Aptos"/>
                <a:ea typeface="Aptos"/>
                <a:cs typeface="Aptos"/>
              </a:rPr>
              <a:t>Geometrie</a:t>
            </a:r>
          </a:p>
        </p:txBody>
      </p:sp>
      <p:sp>
        <p:nvSpPr>
          <p:cNvPr id="79" name="">
            <a:extLst xmlns:a="http://schemas.openxmlformats.org/drawingml/2006/main">
              <a:ext uri="{FF2B5EF4-FFF2-40B4-BE49-F238E27FC236}">
                <a16:creationId xmlns:a16="http://schemas.microsoft.com/office/drawing/2014/main" id="{760DB7AD-E46C-49E2-BC09-1122F8446DC7}"/>
              </a:ext>
            </a:extLst>
          </p:cNvPr>
          <p:cNvSpPr>
            <a:spLocks xmlns:a="http://schemas.openxmlformats.org/drawingml/2006/main" noGrp="1"/>
          </p:cNvSpPr>
          <p:nvPr/>
        </p:nvSpPr>
        <p:spPr>
          <a:xfrm xmlns:a="http://schemas.openxmlformats.org/drawingml/2006/main">
            <a:off x="5524500" y="5619750"/>
            <a:ext cx="2209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64748B"/>
                </a:solidFill>
                <a:latin typeface="Aptos"/>
                <a:ea typeface="Aptos"/>
                <a:cs typeface="Aptos"/>
              </a:defRPr>
            </a:pPr>
            <a:r>
              <a:rPr sz="840" b="0">
                <a:solidFill>
                  <a:srgbClr val="64748B"/>
                </a:solidFill>
                <a:latin typeface="Aptos"/>
                <a:ea typeface="Aptos"/>
                <a:cs typeface="Aptos"/>
              </a:rPr>
              <a:t>Route wird gespeichert</a:t>
            </a:r>
          </a:p>
        </p:txBody>
      </p:sp>
      <p:sp>
        <p:nvSpPr>
          <p:cNvPr id="80" name="">
            <a:extLst xmlns:a="http://schemas.openxmlformats.org/drawingml/2006/main">
              <a:ext uri="{FF2B5EF4-FFF2-40B4-BE49-F238E27FC236}">
                <a16:creationId xmlns:a16="http://schemas.microsoft.com/office/drawing/2014/main" id="{F4A0CD56-5F9D-457F-9B74-03B30FE8065B}"/>
              </a:ext>
            </a:extLst>
          </p:cNvPr>
          <p:cNvSpPr>
            <a:spLocks xmlns:a="http://schemas.openxmlformats.org/drawingml/2006/main" noGrp="1"/>
          </p:cNvSpPr>
          <p:nvPr/>
        </p:nvSpPr>
        <p:spPr>
          <a:xfrm xmlns:a="http://schemas.openxmlformats.org/drawingml/2006/main">
            <a:off x="8343900" y="2457450"/>
            <a:ext cx="3238500" cy="3390900"/>
          </a:xfrm>
          <a:prstGeom xmlns:a="http://schemas.openxmlformats.org/drawingml/2006/main" prst="roundRect">
            <a:avLst>
              <a:gd name="adj" fmla="val 2353"/>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81" name="">
            <a:extLst xmlns:a="http://schemas.openxmlformats.org/drawingml/2006/main">
              <a:ext uri="{FF2B5EF4-FFF2-40B4-BE49-F238E27FC236}">
                <a16:creationId xmlns:a16="http://schemas.microsoft.com/office/drawing/2014/main" id="{A1876893-DF7D-41BE-B332-EEA8E8C080CD}"/>
              </a:ext>
            </a:extLst>
          </p:cNvPr>
          <p:cNvSpPr>
            <a:spLocks xmlns:a="http://schemas.openxmlformats.org/drawingml/2006/main" noGrp="1"/>
          </p:cNvSpPr>
          <p:nvPr/>
        </p:nvSpPr>
        <p:spPr>
          <a:xfrm xmlns:a="http://schemas.openxmlformats.org/drawingml/2006/main">
            <a:off x="8305800" y="2400300"/>
            <a:ext cx="3238500" cy="33909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E2E8F0"/>
            </a:solidFill>
            <a:prstDash val="solid"/>
          </a:ln>
        </p:spPr>
      </p:sp>
      <p:sp>
        <p:nvSpPr>
          <p:cNvPr id="82" name="">
            <a:extLst xmlns:a="http://schemas.openxmlformats.org/drawingml/2006/main">
              <a:ext uri="{FF2B5EF4-FFF2-40B4-BE49-F238E27FC236}">
                <a16:creationId xmlns:a16="http://schemas.microsoft.com/office/drawing/2014/main" id="{81032B89-08AC-4AE8-9AA4-0077AE088AFA}"/>
              </a:ext>
            </a:extLst>
          </p:cNvPr>
          <p:cNvSpPr>
            <a:spLocks xmlns:a="http://schemas.openxmlformats.org/drawingml/2006/main" noGrp="1"/>
          </p:cNvSpPr>
          <p:nvPr/>
        </p:nvSpPr>
        <p:spPr>
          <a:xfrm xmlns:a="http://schemas.openxmlformats.org/drawingml/2006/main">
            <a:off x="8534400" y="2571750"/>
            <a:ext cx="2781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293B"/>
                </a:solidFill>
                <a:latin typeface="Aptos Display"/>
                <a:ea typeface="Aptos Display"/>
                <a:cs typeface="Aptos Display"/>
              </a:defRPr>
            </a:pPr>
            <a:r>
              <a:rPr sz="1350" b="1">
                <a:solidFill>
                  <a:srgbClr val="1E293B"/>
                </a:solidFill>
                <a:latin typeface="Aptos Display"/>
                <a:ea typeface="Aptos Display"/>
                <a:cs typeface="Aptos Display"/>
              </a:rPr>
              <a:t>Hub-Zuordnung</a:t>
            </a:r>
          </a:p>
        </p:txBody>
      </p:sp>
      <p:sp>
        <p:nvSpPr>
          <p:cNvPr id="83" name="">
            <a:extLst xmlns:a="http://schemas.openxmlformats.org/drawingml/2006/main">
              <a:ext uri="{FF2B5EF4-FFF2-40B4-BE49-F238E27FC236}">
                <a16:creationId xmlns:a16="http://schemas.microsoft.com/office/drawing/2014/main" id="{D675E390-3824-4A73-92FE-18EFEFF9D4C9}"/>
              </a:ext>
            </a:extLst>
          </p:cNvPr>
          <p:cNvSpPr>
            <a:spLocks xmlns:a="http://schemas.openxmlformats.org/drawingml/2006/main" noGrp="1"/>
          </p:cNvSpPr>
          <p:nvPr/>
        </p:nvSpPr>
        <p:spPr>
          <a:xfrm xmlns:a="http://schemas.openxmlformats.org/drawingml/2006/main">
            <a:off x="8534400" y="2809875"/>
            <a:ext cx="2781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Linie = echte OSRM-Route</a:t>
            </a:r>
          </a:p>
        </p:txBody>
      </p:sp>
      <p:sp>
        <p:nvSpPr>
          <p:cNvPr id="84" name="">
            <a:extLst xmlns:a="http://schemas.openxmlformats.org/drawingml/2006/main">
              <a:ext uri="{FF2B5EF4-FFF2-40B4-BE49-F238E27FC236}">
                <a16:creationId xmlns:a16="http://schemas.microsoft.com/office/drawing/2014/main" id="{23F29A2B-0078-4550-B865-1D2291EDE335}"/>
              </a:ext>
            </a:extLst>
          </p:cNvPr>
          <p:cNvSpPr>
            <a:spLocks xmlns:a="http://schemas.openxmlformats.org/drawingml/2006/main" noGrp="1"/>
          </p:cNvSpPr>
          <p:nvPr/>
        </p:nvSpPr>
        <p:spPr>
          <a:xfrm xmlns:a="http://schemas.openxmlformats.org/drawingml/2006/main">
            <a:off x="8591550" y="3067050"/>
            <a:ext cx="2667000" cy="2228850"/>
          </a:xfrm>
          <a:prstGeom xmlns:a="http://schemas.openxmlformats.org/drawingml/2006/main" prst="roundRect">
            <a:avLst>
              <a:gd name="adj" fmla="val 3419"/>
            </a:avLst>
          </a:prstGeom>
          <a:solidFill xmlns:a="http://schemas.openxmlformats.org/drawingml/2006/main">
            <a:srgbClr val="F7FAFC"/>
          </a:solidFill>
          <a:ln xmlns:a="http://schemas.openxmlformats.org/drawingml/2006/main" w="9525">
            <a:solidFill>
              <a:srgbClr val="DDE7F0"/>
            </a:solidFill>
            <a:prstDash val="solid"/>
          </a:ln>
        </p:spPr>
      </p:sp>
      <p:sp>
        <p:nvSpPr>
          <p:cNvPr id="85" name="">
            <a:extLst xmlns:a="http://schemas.openxmlformats.org/drawingml/2006/main">
              <a:ext uri="{FF2B5EF4-FFF2-40B4-BE49-F238E27FC236}">
                <a16:creationId xmlns:a16="http://schemas.microsoft.com/office/drawing/2014/main" id="{A404DA01-CE71-4737-AD43-FD970DF79D3D}"/>
              </a:ext>
            </a:extLst>
          </p:cNvPr>
          <p:cNvSpPr>
            <a:spLocks xmlns:a="http://schemas.openxmlformats.org/drawingml/2006/main" noGrp="1"/>
          </p:cNvSpPr>
          <p:nvPr/>
        </p:nvSpPr>
        <p:spPr>
          <a:xfrm xmlns:a="http://schemas.openxmlformats.org/drawingml/2006/main">
            <a:off x="10353088" y="369987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86" name="">
            <a:extLst xmlns:a="http://schemas.openxmlformats.org/drawingml/2006/main">
              <a:ext uri="{FF2B5EF4-FFF2-40B4-BE49-F238E27FC236}">
                <a16:creationId xmlns:a16="http://schemas.microsoft.com/office/drawing/2014/main" id="{4DFF9E74-52A8-4526-9AB4-1EE1E348AFC7}"/>
              </a:ext>
            </a:extLst>
          </p:cNvPr>
          <p:cNvSpPr>
            <a:spLocks xmlns:a="http://schemas.openxmlformats.org/drawingml/2006/main" noGrp="1"/>
          </p:cNvSpPr>
          <p:nvPr/>
        </p:nvSpPr>
        <p:spPr>
          <a:xfrm xmlns:a="http://schemas.openxmlformats.org/drawingml/2006/main">
            <a:off x="10351826" y="343110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87" name="">
            <a:extLst xmlns:a="http://schemas.openxmlformats.org/drawingml/2006/main">
              <a:ext uri="{FF2B5EF4-FFF2-40B4-BE49-F238E27FC236}">
                <a16:creationId xmlns:a16="http://schemas.microsoft.com/office/drawing/2014/main" id="{A4ED9BCF-D7F8-4EBC-AE36-AB1E05A992EB}"/>
              </a:ext>
            </a:extLst>
          </p:cNvPr>
          <p:cNvSpPr>
            <a:spLocks xmlns:a="http://schemas.openxmlformats.org/drawingml/2006/main" noGrp="1"/>
          </p:cNvSpPr>
          <p:nvPr/>
        </p:nvSpPr>
        <p:spPr>
          <a:xfrm xmlns:a="http://schemas.openxmlformats.org/drawingml/2006/main">
            <a:off x="10410643" y="371620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88" name="">
            <a:extLst xmlns:a="http://schemas.openxmlformats.org/drawingml/2006/main">
              <a:ext uri="{FF2B5EF4-FFF2-40B4-BE49-F238E27FC236}">
                <a16:creationId xmlns:a16="http://schemas.microsoft.com/office/drawing/2014/main" id="{69C7F299-C3E0-4ABD-88F5-253193FF21E0}"/>
              </a:ext>
            </a:extLst>
          </p:cNvPr>
          <p:cNvSpPr>
            <a:spLocks xmlns:a="http://schemas.openxmlformats.org/drawingml/2006/main" noGrp="1"/>
          </p:cNvSpPr>
          <p:nvPr/>
        </p:nvSpPr>
        <p:spPr>
          <a:xfrm xmlns:a="http://schemas.openxmlformats.org/drawingml/2006/main">
            <a:off x="9137970" y="384072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89" name="">
            <a:extLst xmlns:a="http://schemas.openxmlformats.org/drawingml/2006/main">
              <a:ext uri="{FF2B5EF4-FFF2-40B4-BE49-F238E27FC236}">
                <a16:creationId xmlns:a16="http://schemas.microsoft.com/office/drawing/2014/main" id="{85F0426E-42D2-4EB4-A2BC-A58915A745AD}"/>
              </a:ext>
            </a:extLst>
          </p:cNvPr>
          <p:cNvSpPr>
            <a:spLocks xmlns:a="http://schemas.openxmlformats.org/drawingml/2006/main" noGrp="1"/>
          </p:cNvSpPr>
          <p:nvPr/>
        </p:nvSpPr>
        <p:spPr>
          <a:xfrm xmlns:a="http://schemas.openxmlformats.org/drawingml/2006/main">
            <a:off x="9626914" y="343745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90" name="">
            <a:extLst xmlns:a="http://schemas.openxmlformats.org/drawingml/2006/main">
              <a:ext uri="{FF2B5EF4-FFF2-40B4-BE49-F238E27FC236}">
                <a16:creationId xmlns:a16="http://schemas.microsoft.com/office/drawing/2014/main" id="{8C914B76-7DC2-4823-8636-010BEB7318C7}"/>
              </a:ext>
            </a:extLst>
          </p:cNvPr>
          <p:cNvSpPr>
            <a:spLocks xmlns:a="http://schemas.openxmlformats.org/drawingml/2006/main" noGrp="1"/>
          </p:cNvSpPr>
          <p:nvPr/>
        </p:nvSpPr>
        <p:spPr>
          <a:xfrm xmlns:a="http://schemas.openxmlformats.org/drawingml/2006/main">
            <a:off x="9643186" y="336174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91" name="">
            <a:extLst xmlns:a="http://schemas.openxmlformats.org/drawingml/2006/main">
              <a:ext uri="{FF2B5EF4-FFF2-40B4-BE49-F238E27FC236}">
                <a16:creationId xmlns:a16="http://schemas.microsoft.com/office/drawing/2014/main" id="{D448AD5C-A8A1-42FE-8C07-884AB7DF27E6}"/>
              </a:ext>
            </a:extLst>
          </p:cNvPr>
          <p:cNvSpPr>
            <a:spLocks xmlns:a="http://schemas.openxmlformats.org/drawingml/2006/main" noGrp="1"/>
          </p:cNvSpPr>
          <p:nvPr/>
        </p:nvSpPr>
        <p:spPr>
          <a:xfrm xmlns:a="http://schemas.openxmlformats.org/drawingml/2006/main">
            <a:off x="10305712" y="392895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92" name="">
            <a:extLst xmlns:a="http://schemas.openxmlformats.org/drawingml/2006/main">
              <a:ext uri="{FF2B5EF4-FFF2-40B4-BE49-F238E27FC236}">
                <a16:creationId xmlns:a16="http://schemas.microsoft.com/office/drawing/2014/main" id="{5F37CC88-765E-4E0E-A07C-76CAED6CA3EA}"/>
              </a:ext>
            </a:extLst>
          </p:cNvPr>
          <p:cNvSpPr>
            <a:spLocks xmlns:a="http://schemas.openxmlformats.org/drawingml/2006/main" noGrp="1"/>
          </p:cNvSpPr>
          <p:nvPr/>
        </p:nvSpPr>
        <p:spPr>
          <a:xfrm xmlns:a="http://schemas.openxmlformats.org/drawingml/2006/main">
            <a:off x="9013786" y="417960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93" name="">
            <a:extLst xmlns:a="http://schemas.openxmlformats.org/drawingml/2006/main">
              <a:ext uri="{FF2B5EF4-FFF2-40B4-BE49-F238E27FC236}">
                <a16:creationId xmlns:a16="http://schemas.microsoft.com/office/drawing/2014/main" id="{62ED0517-A0CF-4984-A719-F3DDFC26ED65}"/>
              </a:ext>
            </a:extLst>
          </p:cNvPr>
          <p:cNvSpPr>
            <a:spLocks xmlns:a="http://schemas.openxmlformats.org/drawingml/2006/main" noGrp="1"/>
          </p:cNvSpPr>
          <p:nvPr/>
        </p:nvSpPr>
        <p:spPr>
          <a:xfrm xmlns:a="http://schemas.openxmlformats.org/drawingml/2006/main">
            <a:off x="10599283" y="335983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94" name="">
            <a:extLst xmlns:a="http://schemas.openxmlformats.org/drawingml/2006/main">
              <a:ext uri="{FF2B5EF4-FFF2-40B4-BE49-F238E27FC236}">
                <a16:creationId xmlns:a16="http://schemas.microsoft.com/office/drawing/2014/main" id="{8A9FCCED-C57E-437E-9A1D-85FCB48EA05F}"/>
              </a:ext>
            </a:extLst>
          </p:cNvPr>
          <p:cNvSpPr>
            <a:spLocks xmlns:a="http://schemas.openxmlformats.org/drawingml/2006/main" noGrp="1"/>
          </p:cNvSpPr>
          <p:nvPr/>
        </p:nvSpPr>
        <p:spPr>
          <a:xfrm xmlns:a="http://schemas.openxmlformats.org/drawingml/2006/main">
            <a:off x="9910093" y="434224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95" name="">
            <a:extLst xmlns:a="http://schemas.openxmlformats.org/drawingml/2006/main">
              <a:ext uri="{FF2B5EF4-FFF2-40B4-BE49-F238E27FC236}">
                <a16:creationId xmlns:a16="http://schemas.microsoft.com/office/drawing/2014/main" id="{C050A023-C96B-4E60-B6B7-3DB2ADF3377A}"/>
              </a:ext>
            </a:extLst>
          </p:cNvPr>
          <p:cNvSpPr>
            <a:spLocks xmlns:a="http://schemas.openxmlformats.org/drawingml/2006/main" noGrp="1"/>
          </p:cNvSpPr>
          <p:nvPr/>
        </p:nvSpPr>
        <p:spPr>
          <a:xfrm xmlns:a="http://schemas.openxmlformats.org/drawingml/2006/main">
            <a:off x="9590938" y="373430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96" name="">
            <a:extLst xmlns:a="http://schemas.openxmlformats.org/drawingml/2006/main">
              <a:ext uri="{FF2B5EF4-FFF2-40B4-BE49-F238E27FC236}">
                <a16:creationId xmlns:a16="http://schemas.microsoft.com/office/drawing/2014/main" id="{2DBF2764-D3A3-4699-BC8C-04C9153F7C94}"/>
              </a:ext>
            </a:extLst>
          </p:cNvPr>
          <p:cNvSpPr>
            <a:spLocks xmlns:a="http://schemas.openxmlformats.org/drawingml/2006/main" noGrp="1"/>
          </p:cNvSpPr>
          <p:nvPr/>
        </p:nvSpPr>
        <p:spPr>
          <a:xfrm xmlns:a="http://schemas.openxmlformats.org/drawingml/2006/main">
            <a:off x="9010236" y="432448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97" name="">
            <a:extLst xmlns:a="http://schemas.openxmlformats.org/drawingml/2006/main">
              <a:ext uri="{FF2B5EF4-FFF2-40B4-BE49-F238E27FC236}">
                <a16:creationId xmlns:a16="http://schemas.microsoft.com/office/drawing/2014/main" id="{0BC26C0E-4553-46E7-A2A7-CCC473CB0757}"/>
              </a:ext>
            </a:extLst>
          </p:cNvPr>
          <p:cNvSpPr>
            <a:spLocks xmlns:a="http://schemas.openxmlformats.org/drawingml/2006/main" noGrp="1"/>
          </p:cNvSpPr>
          <p:nvPr/>
        </p:nvSpPr>
        <p:spPr>
          <a:xfrm xmlns:a="http://schemas.openxmlformats.org/drawingml/2006/main">
            <a:off x="10319269" y="371138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98" name="">
            <a:extLst xmlns:a="http://schemas.openxmlformats.org/drawingml/2006/main">
              <a:ext uri="{FF2B5EF4-FFF2-40B4-BE49-F238E27FC236}">
                <a16:creationId xmlns:a16="http://schemas.microsoft.com/office/drawing/2014/main" id="{0A83F432-5B60-4449-AD7C-4711716A1468}"/>
              </a:ext>
            </a:extLst>
          </p:cNvPr>
          <p:cNvSpPr>
            <a:spLocks xmlns:a="http://schemas.openxmlformats.org/drawingml/2006/main" noGrp="1"/>
          </p:cNvSpPr>
          <p:nvPr/>
        </p:nvSpPr>
        <p:spPr>
          <a:xfrm xmlns:a="http://schemas.openxmlformats.org/drawingml/2006/main">
            <a:off x="8970886" y="425360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99" name="">
            <a:extLst xmlns:a="http://schemas.openxmlformats.org/drawingml/2006/main">
              <a:ext uri="{FF2B5EF4-FFF2-40B4-BE49-F238E27FC236}">
                <a16:creationId xmlns:a16="http://schemas.microsoft.com/office/drawing/2014/main" id="{F71311C3-5F76-4033-B0F1-6D112E3E5DFE}"/>
              </a:ext>
            </a:extLst>
          </p:cNvPr>
          <p:cNvSpPr>
            <a:spLocks xmlns:a="http://schemas.openxmlformats.org/drawingml/2006/main" noGrp="1"/>
          </p:cNvSpPr>
          <p:nvPr/>
        </p:nvSpPr>
        <p:spPr>
          <a:xfrm xmlns:a="http://schemas.openxmlformats.org/drawingml/2006/main">
            <a:off x="9389672" y="489147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00" name="">
            <a:extLst xmlns:a="http://schemas.openxmlformats.org/drawingml/2006/main">
              <a:ext uri="{FF2B5EF4-FFF2-40B4-BE49-F238E27FC236}">
                <a16:creationId xmlns:a16="http://schemas.microsoft.com/office/drawing/2014/main" id="{655E6011-B5C7-432F-9C1A-00E38A87AA01}"/>
              </a:ext>
            </a:extLst>
          </p:cNvPr>
          <p:cNvSpPr>
            <a:spLocks xmlns:a="http://schemas.openxmlformats.org/drawingml/2006/main" noGrp="1"/>
          </p:cNvSpPr>
          <p:nvPr/>
        </p:nvSpPr>
        <p:spPr>
          <a:xfrm xmlns:a="http://schemas.openxmlformats.org/drawingml/2006/main">
            <a:off x="8818647" y="443213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01" name="">
            <a:extLst xmlns:a="http://schemas.openxmlformats.org/drawingml/2006/main">
              <a:ext uri="{FF2B5EF4-FFF2-40B4-BE49-F238E27FC236}">
                <a16:creationId xmlns:a16="http://schemas.microsoft.com/office/drawing/2014/main" id="{A97A77DC-B103-4E11-A1FB-711B7E3C51E3}"/>
              </a:ext>
            </a:extLst>
          </p:cNvPr>
          <p:cNvSpPr>
            <a:spLocks xmlns:a="http://schemas.openxmlformats.org/drawingml/2006/main" noGrp="1"/>
          </p:cNvSpPr>
          <p:nvPr/>
        </p:nvSpPr>
        <p:spPr>
          <a:xfrm xmlns:a="http://schemas.openxmlformats.org/drawingml/2006/main">
            <a:off x="10161519" y="380471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02" name="">
            <a:extLst xmlns:a="http://schemas.openxmlformats.org/drawingml/2006/main">
              <a:ext uri="{FF2B5EF4-FFF2-40B4-BE49-F238E27FC236}">
                <a16:creationId xmlns:a16="http://schemas.microsoft.com/office/drawing/2014/main" id="{BE3CF63E-AD74-4BC3-96B5-378C5F0F650F}"/>
              </a:ext>
            </a:extLst>
          </p:cNvPr>
          <p:cNvSpPr>
            <a:spLocks xmlns:a="http://schemas.openxmlformats.org/drawingml/2006/main" noGrp="1"/>
          </p:cNvSpPr>
          <p:nvPr/>
        </p:nvSpPr>
        <p:spPr>
          <a:xfrm xmlns:a="http://schemas.openxmlformats.org/drawingml/2006/main">
            <a:off x="8722171" y="481711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03" name="">
            <a:extLst xmlns:a="http://schemas.openxmlformats.org/drawingml/2006/main">
              <a:ext uri="{FF2B5EF4-FFF2-40B4-BE49-F238E27FC236}">
                <a16:creationId xmlns:a16="http://schemas.microsoft.com/office/drawing/2014/main" id="{22B5587F-F8CF-4221-8378-CAC1E695DC87}"/>
              </a:ext>
            </a:extLst>
          </p:cNvPr>
          <p:cNvSpPr>
            <a:spLocks xmlns:a="http://schemas.openxmlformats.org/drawingml/2006/main" noGrp="1"/>
          </p:cNvSpPr>
          <p:nvPr/>
        </p:nvSpPr>
        <p:spPr>
          <a:xfrm xmlns:a="http://schemas.openxmlformats.org/drawingml/2006/main">
            <a:off x="10211683" y="357457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04" name="">
            <a:extLst xmlns:a="http://schemas.openxmlformats.org/drawingml/2006/main">
              <a:ext uri="{FF2B5EF4-FFF2-40B4-BE49-F238E27FC236}">
                <a16:creationId xmlns:a16="http://schemas.microsoft.com/office/drawing/2014/main" id="{16F56A98-08A2-41BC-B3B3-318BD9BFB35A}"/>
              </a:ext>
            </a:extLst>
          </p:cNvPr>
          <p:cNvSpPr>
            <a:spLocks xmlns:a="http://schemas.openxmlformats.org/drawingml/2006/main" noGrp="1"/>
          </p:cNvSpPr>
          <p:nvPr/>
        </p:nvSpPr>
        <p:spPr>
          <a:xfrm xmlns:a="http://schemas.openxmlformats.org/drawingml/2006/main">
            <a:off x="8976159" y="443351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05" name="">
            <a:extLst xmlns:a="http://schemas.openxmlformats.org/drawingml/2006/main">
              <a:ext uri="{FF2B5EF4-FFF2-40B4-BE49-F238E27FC236}">
                <a16:creationId xmlns:a16="http://schemas.microsoft.com/office/drawing/2014/main" id="{441086C3-AAE5-414D-B163-474661FCB87B}"/>
              </a:ext>
            </a:extLst>
          </p:cNvPr>
          <p:cNvSpPr>
            <a:spLocks xmlns:a="http://schemas.openxmlformats.org/drawingml/2006/main" noGrp="1"/>
          </p:cNvSpPr>
          <p:nvPr/>
        </p:nvSpPr>
        <p:spPr>
          <a:xfrm xmlns:a="http://schemas.openxmlformats.org/drawingml/2006/main">
            <a:off x="10346159" y="358631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06" name="">
            <a:extLst xmlns:a="http://schemas.openxmlformats.org/drawingml/2006/main">
              <a:ext uri="{FF2B5EF4-FFF2-40B4-BE49-F238E27FC236}">
                <a16:creationId xmlns:a16="http://schemas.microsoft.com/office/drawing/2014/main" id="{3AC242E7-FBF9-4C16-BE2B-8F4B386B54D7}"/>
              </a:ext>
            </a:extLst>
          </p:cNvPr>
          <p:cNvSpPr>
            <a:spLocks xmlns:a="http://schemas.openxmlformats.org/drawingml/2006/main" noGrp="1"/>
          </p:cNvSpPr>
          <p:nvPr/>
        </p:nvSpPr>
        <p:spPr>
          <a:xfrm xmlns:a="http://schemas.openxmlformats.org/drawingml/2006/main">
            <a:off x="9205496" y="395416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07" name="">
            <a:extLst xmlns:a="http://schemas.openxmlformats.org/drawingml/2006/main">
              <a:ext uri="{FF2B5EF4-FFF2-40B4-BE49-F238E27FC236}">
                <a16:creationId xmlns:a16="http://schemas.microsoft.com/office/drawing/2014/main" id="{6509B1F3-E2A3-411B-9EBD-ABF0C5D3F677}"/>
              </a:ext>
            </a:extLst>
          </p:cNvPr>
          <p:cNvSpPr>
            <a:spLocks xmlns:a="http://schemas.openxmlformats.org/drawingml/2006/main" noGrp="1"/>
          </p:cNvSpPr>
          <p:nvPr/>
        </p:nvSpPr>
        <p:spPr>
          <a:xfrm xmlns:a="http://schemas.openxmlformats.org/drawingml/2006/main">
            <a:off x="10207839" y="353242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08" name="">
            <a:extLst xmlns:a="http://schemas.openxmlformats.org/drawingml/2006/main">
              <a:ext uri="{FF2B5EF4-FFF2-40B4-BE49-F238E27FC236}">
                <a16:creationId xmlns:a16="http://schemas.microsoft.com/office/drawing/2014/main" id="{12B19F57-8D26-460D-8719-F324E5988AAB}"/>
              </a:ext>
            </a:extLst>
          </p:cNvPr>
          <p:cNvSpPr>
            <a:spLocks xmlns:a="http://schemas.openxmlformats.org/drawingml/2006/main" noGrp="1"/>
          </p:cNvSpPr>
          <p:nvPr/>
        </p:nvSpPr>
        <p:spPr>
          <a:xfrm xmlns:a="http://schemas.openxmlformats.org/drawingml/2006/main">
            <a:off x="9201242" y="395946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09" name="">
            <a:extLst xmlns:a="http://schemas.openxmlformats.org/drawingml/2006/main">
              <a:ext uri="{FF2B5EF4-FFF2-40B4-BE49-F238E27FC236}">
                <a16:creationId xmlns:a16="http://schemas.microsoft.com/office/drawing/2014/main" id="{E9DDDB0F-4D7E-48FC-88AC-BC7A4CC44C8A}"/>
              </a:ext>
            </a:extLst>
          </p:cNvPr>
          <p:cNvSpPr>
            <a:spLocks xmlns:a="http://schemas.openxmlformats.org/drawingml/2006/main" noGrp="1"/>
          </p:cNvSpPr>
          <p:nvPr/>
        </p:nvSpPr>
        <p:spPr>
          <a:xfrm xmlns:a="http://schemas.openxmlformats.org/drawingml/2006/main">
            <a:off x="9680441" y="427445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10" name="">
            <a:extLst xmlns:a="http://schemas.openxmlformats.org/drawingml/2006/main">
              <a:ext uri="{FF2B5EF4-FFF2-40B4-BE49-F238E27FC236}">
                <a16:creationId xmlns:a16="http://schemas.microsoft.com/office/drawing/2014/main" id="{53A1A709-7087-433C-A740-A833953CA2B9}"/>
              </a:ext>
            </a:extLst>
          </p:cNvPr>
          <p:cNvSpPr>
            <a:spLocks xmlns:a="http://schemas.openxmlformats.org/drawingml/2006/main" noGrp="1"/>
          </p:cNvSpPr>
          <p:nvPr/>
        </p:nvSpPr>
        <p:spPr>
          <a:xfrm xmlns:a="http://schemas.openxmlformats.org/drawingml/2006/main">
            <a:off x="10507079" y="498005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11" name="">
            <a:extLst xmlns:a="http://schemas.openxmlformats.org/drawingml/2006/main">
              <a:ext uri="{FF2B5EF4-FFF2-40B4-BE49-F238E27FC236}">
                <a16:creationId xmlns:a16="http://schemas.microsoft.com/office/drawing/2014/main" id="{B6FE18D4-F38A-4757-95DF-F18F5E509C1E}"/>
              </a:ext>
            </a:extLst>
          </p:cNvPr>
          <p:cNvSpPr>
            <a:spLocks xmlns:a="http://schemas.openxmlformats.org/drawingml/2006/main" noGrp="1"/>
          </p:cNvSpPr>
          <p:nvPr/>
        </p:nvSpPr>
        <p:spPr>
          <a:xfrm xmlns:a="http://schemas.openxmlformats.org/drawingml/2006/main">
            <a:off x="10346805" y="358460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12" name="">
            <a:extLst xmlns:a="http://schemas.openxmlformats.org/drawingml/2006/main">
              <a:ext uri="{FF2B5EF4-FFF2-40B4-BE49-F238E27FC236}">
                <a16:creationId xmlns:a16="http://schemas.microsoft.com/office/drawing/2014/main" id="{0932B77D-A0A0-4DFE-B085-FD34DD15C0EA}"/>
              </a:ext>
            </a:extLst>
          </p:cNvPr>
          <p:cNvSpPr>
            <a:spLocks xmlns:a="http://schemas.openxmlformats.org/drawingml/2006/main" noGrp="1"/>
          </p:cNvSpPr>
          <p:nvPr/>
        </p:nvSpPr>
        <p:spPr>
          <a:xfrm xmlns:a="http://schemas.openxmlformats.org/drawingml/2006/main">
            <a:off x="10499143" y="498482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13" name="">
            <a:extLst xmlns:a="http://schemas.openxmlformats.org/drawingml/2006/main">
              <a:ext uri="{FF2B5EF4-FFF2-40B4-BE49-F238E27FC236}">
                <a16:creationId xmlns:a16="http://schemas.microsoft.com/office/drawing/2014/main" id="{C90B8DB8-86FE-4BB4-AA9D-0FF6BF3301B5}"/>
              </a:ext>
            </a:extLst>
          </p:cNvPr>
          <p:cNvSpPr>
            <a:spLocks xmlns:a="http://schemas.openxmlformats.org/drawingml/2006/main" noGrp="1"/>
          </p:cNvSpPr>
          <p:nvPr/>
        </p:nvSpPr>
        <p:spPr>
          <a:xfrm xmlns:a="http://schemas.openxmlformats.org/drawingml/2006/main">
            <a:off x="10227168" y="359271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14" name="">
            <a:extLst xmlns:a="http://schemas.openxmlformats.org/drawingml/2006/main">
              <a:ext uri="{FF2B5EF4-FFF2-40B4-BE49-F238E27FC236}">
                <a16:creationId xmlns:a16="http://schemas.microsoft.com/office/drawing/2014/main" id="{CAC2CC8A-905C-475B-8198-6D9660F8F10E}"/>
              </a:ext>
            </a:extLst>
          </p:cNvPr>
          <p:cNvSpPr>
            <a:spLocks xmlns:a="http://schemas.openxmlformats.org/drawingml/2006/main" noGrp="1"/>
          </p:cNvSpPr>
          <p:nvPr/>
        </p:nvSpPr>
        <p:spPr>
          <a:xfrm xmlns:a="http://schemas.openxmlformats.org/drawingml/2006/main">
            <a:off x="9006387" y="445904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15" name="">
            <a:extLst xmlns:a="http://schemas.openxmlformats.org/drawingml/2006/main">
              <a:ext uri="{FF2B5EF4-FFF2-40B4-BE49-F238E27FC236}">
                <a16:creationId xmlns:a16="http://schemas.microsoft.com/office/drawing/2014/main" id="{FD7FEACF-C0A0-4FFB-B94C-BD1EA4EBEAFB}"/>
              </a:ext>
            </a:extLst>
          </p:cNvPr>
          <p:cNvSpPr>
            <a:spLocks xmlns:a="http://schemas.openxmlformats.org/drawingml/2006/main" noGrp="1"/>
          </p:cNvSpPr>
          <p:nvPr/>
        </p:nvSpPr>
        <p:spPr>
          <a:xfrm xmlns:a="http://schemas.openxmlformats.org/drawingml/2006/main">
            <a:off x="9768110" y="340165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16" name="">
            <a:extLst xmlns:a="http://schemas.openxmlformats.org/drawingml/2006/main">
              <a:ext uri="{FF2B5EF4-FFF2-40B4-BE49-F238E27FC236}">
                <a16:creationId xmlns:a16="http://schemas.microsoft.com/office/drawing/2014/main" id="{C104A34B-1A57-4469-84BE-A1D341DC0606}"/>
              </a:ext>
            </a:extLst>
          </p:cNvPr>
          <p:cNvSpPr>
            <a:spLocks xmlns:a="http://schemas.openxmlformats.org/drawingml/2006/main" noGrp="1"/>
          </p:cNvSpPr>
          <p:nvPr/>
        </p:nvSpPr>
        <p:spPr>
          <a:xfrm xmlns:a="http://schemas.openxmlformats.org/drawingml/2006/main">
            <a:off x="10506167" y="497211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17" name="">
            <a:extLst xmlns:a="http://schemas.openxmlformats.org/drawingml/2006/main">
              <a:ext uri="{FF2B5EF4-FFF2-40B4-BE49-F238E27FC236}">
                <a16:creationId xmlns:a16="http://schemas.microsoft.com/office/drawing/2014/main" id="{63DE207F-CE29-49AA-BAD9-F92BE51D6382}"/>
              </a:ext>
            </a:extLst>
          </p:cNvPr>
          <p:cNvSpPr>
            <a:spLocks xmlns:a="http://schemas.openxmlformats.org/drawingml/2006/main" noGrp="1"/>
          </p:cNvSpPr>
          <p:nvPr/>
        </p:nvSpPr>
        <p:spPr>
          <a:xfrm xmlns:a="http://schemas.openxmlformats.org/drawingml/2006/main">
            <a:off x="9046629" y="446584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18" name="">
            <a:extLst xmlns:a="http://schemas.openxmlformats.org/drawingml/2006/main">
              <a:ext uri="{FF2B5EF4-FFF2-40B4-BE49-F238E27FC236}">
                <a16:creationId xmlns:a16="http://schemas.microsoft.com/office/drawing/2014/main" id="{3C043A4E-5760-44C4-B8C1-BB0A8B8367C1}"/>
              </a:ext>
            </a:extLst>
          </p:cNvPr>
          <p:cNvSpPr>
            <a:spLocks xmlns:a="http://schemas.openxmlformats.org/drawingml/2006/main" noGrp="1"/>
          </p:cNvSpPr>
          <p:nvPr/>
        </p:nvSpPr>
        <p:spPr>
          <a:xfrm xmlns:a="http://schemas.openxmlformats.org/drawingml/2006/main">
            <a:off x="8998116" y="444386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19" name="">
            <a:extLst xmlns:a="http://schemas.openxmlformats.org/drawingml/2006/main">
              <a:ext uri="{FF2B5EF4-FFF2-40B4-BE49-F238E27FC236}">
                <a16:creationId xmlns:a16="http://schemas.microsoft.com/office/drawing/2014/main" id="{0AA7BC71-6373-462C-8C73-C28713FAA20D}"/>
              </a:ext>
            </a:extLst>
          </p:cNvPr>
          <p:cNvSpPr>
            <a:spLocks xmlns:a="http://schemas.openxmlformats.org/drawingml/2006/main" noGrp="1"/>
          </p:cNvSpPr>
          <p:nvPr/>
        </p:nvSpPr>
        <p:spPr>
          <a:xfrm xmlns:a="http://schemas.openxmlformats.org/drawingml/2006/main">
            <a:off x="10145861" y="352866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20" name="">
            <a:extLst xmlns:a="http://schemas.openxmlformats.org/drawingml/2006/main">
              <a:ext uri="{FF2B5EF4-FFF2-40B4-BE49-F238E27FC236}">
                <a16:creationId xmlns:a16="http://schemas.microsoft.com/office/drawing/2014/main" id="{C46F0344-11F3-4637-93C1-158954197D99}"/>
              </a:ext>
            </a:extLst>
          </p:cNvPr>
          <p:cNvSpPr>
            <a:spLocks xmlns:a="http://schemas.openxmlformats.org/drawingml/2006/main" noGrp="1"/>
          </p:cNvSpPr>
          <p:nvPr/>
        </p:nvSpPr>
        <p:spPr>
          <a:xfrm xmlns:a="http://schemas.openxmlformats.org/drawingml/2006/main">
            <a:off x="8930098" y="435308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21" name="">
            <a:extLst xmlns:a="http://schemas.openxmlformats.org/drawingml/2006/main">
              <a:ext uri="{FF2B5EF4-FFF2-40B4-BE49-F238E27FC236}">
                <a16:creationId xmlns:a16="http://schemas.microsoft.com/office/drawing/2014/main" id="{1A71CC36-DBAC-4719-9045-9B90FF9DC6E9}"/>
              </a:ext>
            </a:extLst>
          </p:cNvPr>
          <p:cNvSpPr>
            <a:spLocks xmlns:a="http://schemas.openxmlformats.org/drawingml/2006/main" noGrp="1"/>
          </p:cNvSpPr>
          <p:nvPr/>
        </p:nvSpPr>
        <p:spPr>
          <a:xfrm xmlns:a="http://schemas.openxmlformats.org/drawingml/2006/main">
            <a:off x="10379639" y="482987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22" name="">
            <a:extLst xmlns:a="http://schemas.openxmlformats.org/drawingml/2006/main">
              <a:ext uri="{FF2B5EF4-FFF2-40B4-BE49-F238E27FC236}">
                <a16:creationId xmlns:a16="http://schemas.microsoft.com/office/drawing/2014/main" id="{A8F579F7-5F58-4EAA-899B-29630CAC71B5}"/>
              </a:ext>
            </a:extLst>
          </p:cNvPr>
          <p:cNvSpPr>
            <a:spLocks xmlns:a="http://schemas.openxmlformats.org/drawingml/2006/main" noGrp="1"/>
          </p:cNvSpPr>
          <p:nvPr/>
        </p:nvSpPr>
        <p:spPr>
          <a:xfrm xmlns:a="http://schemas.openxmlformats.org/drawingml/2006/main">
            <a:off x="10329559" y="368708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23" name="">
            <a:extLst xmlns:a="http://schemas.openxmlformats.org/drawingml/2006/main">
              <a:ext uri="{FF2B5EF4-FFF2-40B4-BE49-F238E27FC236}">
                <a16:creationId xmlns:a16="http://schemas.microsoft.com/office/drawing/2014/main" id="{28065EC7-AC05-4674-BF3D-3588F65EFF34}"/>
              </a:ext>
            </a:extLst>
          </p:cNvPr>
          <p:cNvSpPr>
            <a:spLocks xmlns:a="http://schemas.openxmlformats.org/drawingml/2006/main" noGrp="1"/>
          </p:cNvSpPr>
          <p:nvPr/>
        </p:nvSpPr>
        <p:spPr>
          <a:xfrm xmlns:a="http://schemas.openxmlformats.org/drawingml/2006/main">
            <a:off x="10228786" y="355099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24" name="">
            <a:extLst xmlns:a="http://schemas.openxmlformats.org/drawingml/2006/main">
              <a:ext uri="{FF2B5EF4-FFF2-40B4-BE49-F238E27FC236}">
                <a16:creationId xmlns:a16="http://schemas.microsoft.com/office/drawing/2014/main" id="{19B47497-FBE6-40F7-938E-EE14D7298A34}"/>
              </a:ext>
            </a:extLst>
          </p:cNvPr>
          <p:cNvSpPr>
            <a:spLocks xmlns:a="http://schemas.openxmlformats.org/drawingml/2006/main" noGrp="1"/>
          </p:cNvSpPr>
          <p:nvPr/>
        </p:nvSpPr>
        <p:spPr>
          <a:xfrm xmlns:a="http://schemas.openxmlformats.org/drawingml/2006/main">
            <a:off x="10051206" y="335207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25" name="">
            <a:extLst xmlns:a="http://schemas.openxmlformats.org/drawingml/2006/main">
              <a:ext uri="{FF2B5EF4-FFF2-40B4-BE49-F238E27FC236}">
                <a16:creationId xmlns:a16="http://schemas.microsoft.com/office/drawing/2014/main" id="{887A4A07-3982-4075-9623-19FEC8891D7F}"/>
              </a:ext>
            </a:extLst>
          </p:cNvPr>
          <p:cNvSpPr>
            <a:spLocks xmlns:a="http://schemas.openxmlformats.org/drawingml/2006/main" noGrp="1"/>
          </p:cNvSpPr>
          <p:nvPr/>
        </p:nvSpPr>
        <p:spPr>
          <a:xfrm xmlns:a="http://schemas.openxmlformats.org/drawingml/2006/main">
            <a:off x="9142139" y="433196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26" name="">
            <a:extLst xmlns:a="http://schemas.openxmlformats.org/drawingml/2006/main">
              <a:ext uri="{FF2B5EF4-FFF2-40B4-BE49-F238E27FC236}">
                <a16:creationId xmlns:a16="http://schemas.microsoft.com/office/drawing/2014/main" id="{4F66FAE3-CA7A-4CB2-86C9-DECA1F57334E}"/>
              </a:ext>
            </a:extLst>
          </p:cNvPr>
          <p:cNvSpPr>
            <a:spLocks xmlns:a="http://schemas.openxmlformats.org/drawingml/2006/main" noGrp="1"/>
          </p:cNvSpPr>
          <p:nvPr/>
        </p:nvSpPr>
        <p:spPr>
          <a:xfrm xmlns:a="http://schemas.openxmlformats.org/drawingml/2006/main">
            <a:off x="9213490" y="472947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27" name="">
            <a:extLst xmlns:a="http://schemas.openxmlformats.org/drawingml/2006/main">
              <a:ext uri="{FF2B5EF4-FFF2-40B4-BE49-F238E27FC236}">
                <a16:creationId xmlns:a16="http://schemas.microsoft.com/office/drawing/2014/main" id="{9A6D5CFA-32FA-421B-9AC5-4F49287705BE}"/>
              </a:ext>
            </a:extLst>
          </p:cNvPr>
          <p:cNvSpPr>
            <a:spLocks xmlns:a="http://schemas.openxmlformats.org/drawingml/2006/main" noGrp="1"/>
          </p:cNvSpPr>
          <p:nvPr/>
        </p:nvSpPr>
        <p:spPr>
          <a:xfrm xmlns:a="http://schemas.openxmlformats.org/drawingml/2006/main">
            <a:off x="9404998" y="380477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28" name="">
            <a:extLst xmlns:a="http://schemas.openxmlformats.org/drawingml/2006/main">
              <a:ext uri="{FF2B5EF4-FFF2-40B4-BE49-F238E27FC236}">
                <a16:creationId xmlns:a16="http://schemas.microsoft.com/office/drawing/2014/main" id="{191333D9-5D5C-499E-BC55-E00606B931B9}"/>
              </a:ext>
            </a:extLst>
          </p:cNvPr>
          <p:cNvSpPr>
            <a:spLocks xmlns:a="http://schemas.openxmlformats.org/drawingml/2006/main" noGrp="1"/>
          </p:cNvSpPr>
          <p:nvPr/>
        </p:nvSpPr>
        <p:spPr>
          <a:xfrm xmlns:a="http://schemas.openxmlformats.org/drawingml/2006/main">
            <a:off x="9442893" y="387252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29" name="">
            <a:extLst xmlns:a="http://schemas.openxmlformats.org/drawingml/2006/main">
              <a:ext uri="{FF2B5EF4-FFF2-40B4-BE49-F238E27FC236}">
                <a16:creationId xmlns:a16="http://schemas.microsoft.com/office/drawing/2014/main" id="{F3AEA065-669D-423E-9314-7CF4C9AAF715}"/>
              </a:ext>
            </a:extLst>
          </p:cNvPr>
          <p:cNvSpPr>
            <a:spLocks xmlns:a="http://schemas.openxmlformats.org/drawingml/2006/main" noGrp="1"/>
          </p:cNvSpPr>
          <p:nvPr/>
        </p:nvSpPr>
        <p:spPr>
          <a:xfrm xmlns:a="http://schemas.openxmlformats.org/drawingml/2006/main">
            <a:off x="9645708" y="388982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30" name="">
            <a:extLst xmlns:a="http://schemas.openxmlformats.org/drawingml/2006/main">
              <a:ext uri="{FF2B5EF4-FFF2-40B4-BE49-F238E27FC236}">
                <a16:creationId xmlns:a16="http://schemas.microsoft.com/office/drawing/2014/main" id="{5E231D5B-BC1E-4CA1-8651-05F19ED8E71B}"/>
              </a:ext>
            </a:extLst>
          </p:cNvPr>
          <p:cNvSpPr>
            <a:spLocks xmlns:a="http://schemas.openxmlformats.org/drawingml/2006/main" noGrp="1"/>
          </p:cNvSpPr>
          <p:nvPr/>
        </p:nvSpPr>
        <p:spPr>
          <a:xfrm xmlns:a="http://schemas.openxmlformats.org/drawingml/2006/main">
            <a:off x="9536166" y="401014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31" name="">
            <a:extLst xmlns:a="http://schemas.openxmlformats.org/drawingml/2006/main">
              <a:ext uri="{FF2B5EF4-FFF2-40B4-BE49-F238E27FC236}">
                <a16:creationId xmlns:a16="http://schemas.microsoft.com/office/drawing/2014/main" id="{585E74B2-5959-4F42-86E0-CD5C838627AF}"/>
              </a:ext>
            </a:extLst>
          </p:cNvPr>
          <p:cNvSpPr>
            <a:spLocks xmlns:a="http://schemas.openxmlformats.org/drawingml/2006/main" noGrp="1"/>
          </p:cNvSpPr>
          <p:nvPr/>
        </p:nvSpPr>
        <p:spPr>
          <a:xfrm xmlns:a="http://schemas.openxmlformats.org/drawingml/2006/main">
            <a:off x="9206835" y="413672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32" name="">
            <a:extLst xmlns:a="http://schemas.openxmlformats.org/drawingml/2006/main">
              <a:ext uri="{FF2B5EF4-FFF2-40B4-BE49-F238E27FC236}">
                <a16:creationId xmlns:a16="http://schemas.microsoft.com/office/drawing/2014/main" id="{2AADA271-07B0-45C4-83E4-F4986948A54B}"/>
              </a:ext>
            </a:extLst>
          </p:cNvPr>
          <p:cNvSpPr>
            <a:spLocks xmlns:a="http://schemas.openxmlformats.org/drawingml/2006/main" noGrp="1"/>
          </p:cNvSpPr>
          <p:nvPr/>
        </p:nvSpPr>
        <p:spPr>
          <a:xfrm xmlns:a="http://schemas.openxmlformats.org/drawingml/2006/main">
            <a:off x="10869518" y="410607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33" name="">
            <a:extLst xmlns:a="http://schemas.openxmlformats.org/drawingml/2006/main">
              <a:ext uri="{FF2B5EF4-FFF2-40B4-BE49-F238E27FC236}">
                <a16:creationId xmlns:a16="http://schemas.microsoft.com/office/drawing/2014/main" id="{CD3EDF5F-7395-493E-BEF4-34A2F4749E76}"/>
              </a:ext>
            </a:extLst>
          </p:cNvPr>
          <p:cNvSpPr>
            <a:spLocks xmlns:a="http://schemas.openxmlformats.org/drawingml/2006/main" noGrp="1"/>
          </p:cNvSpPr>
          <p:nvPr/>
        </p:nvSpPr>
        <p:spPr>
          <a:xfrm xmlns:a="http://schemas.openxmlformats.org/drawingml/2006/main">
            <a:off x="9551578" y="401670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34" name="">
            <a:extLst xmlns:a="http://schemas.openxmlformats.org/drawingml/2006/main">
              <a:ext uri="{FF2B5EF4-FFF2-40B4-BE49-F238E27FC236}">
                <a16:creationId xmlns:a16="http://schemas.microsoft.com/office/drawing/2014/main" id="{DCB42CB0-DD81-44A9-99FB-9BFF5B5984AB}"/>
              </a:ext>
            </a:extLst>
          </p:cNvPr>
          <p:cNvSpPr>
            <a:spLocks xmlns:a="http://schemas.openxmlformats.org/drawingml/2006/main" noGrp="1"/>
          </p:cNvSpPr>
          <p:nvPr/>
        </p:nvSpPr>
        <p:spPr>
          <a:xfrm xmlns:a="http://schemas.openxmlformats.org/drawingml/2006/main">
            <a:off x="10233245" y="340821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35" name="">
            <a:extLst xmlns:a="http://schemas.openxmlformats.org/drawingml/2006/main">
              <a:ext uri="{FF2B5EF4-FFF2-40B4-BE49-F238E27FC236}">
                <a16:creationId xmlns:a16="http://schemas.microsoft.com/office/drawing/2014/main" id="{C5E94FB8-F212-456C-B46D-436EA5DEDC58}"/>
              </a:ext>
            </a:extLst>
          </p:cNvPr>
          <p:cNvSpPr>
            <a:spLocks xmlns:a="http://schemas.openxmlformats.org/drawingml/2006/main" noGrp="1"/>
          </p:cNvSpPr>
          <p:nvPr/>
        </p:nvSpPr>
        <p:spPr>
          <a:xfrm xmlns:a="http://schemas.openxmlformats.org/drawingml/2006/main">
            <a:off x="8682941" y="481639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36" name="">
            <a:extLst xmlns:a="http://schemas.openxmlformats.org/drawingml/2006/main">
              <a:ext uri="{FF2B5EF4-FFF2-40B4-BE49-F238E27FC236}">
                <a16:creationId xmlns:a16="http://schemas.microsoft.com/office/drawing/2014/main" id="{15D06E00-712E-4781-8DD8-AA7ACAD383C3}"/>
              </a:ext>
            </a:extLst>
          </p:cNvPr>
          <p:cNvSpPr>
            <a:spLocks xmlns:a="http://schemas.openxmlformats.org/drawingml/2006/main" noGrp="1"/>
          </p:cNvSpPr>
          <p:nvPr/>
        </p:nvSpPr>
        <p:spPr>
          <a:xfrm xmlns:a="http://schemas.openxmlformats.org/drawingml/2006/main">
            <a:off x="9148920" y="451460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37" name="">
            <a:extLst xmlns:a="http://schemas.openxmlformats.org/drawingml/2006/main">
              <a:ext uri="{FF2B5EF4-FFF2-40B4-BE49-F238E27FC236}">
                <a16:creationId xmlns:a16="http://schemas.microsoft.com/office/drawing/2014/main" id="{9F0C1FAD-3482-4DF5-8FC7-CB8C6E616D70}"/>
              </a:ext>
            </a:extLst>
          </p:cNvPr>
          <p:cNvSpPr>
            <a:spLocks xmlns:a="http://schemas.openxmlformats.org/drawingml/2006/main" noGrp="1"/>
          </p:cNvSpPr>
          <p:nvPr/>
        </p:nvSpPr>
        <p:spPr>
          <a:xfrm xmlns:a="http://schemas.openxmlformats.org/drawingml/2006/main">
            <a:off x="9145132" y="451157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38" name="">
            <a:extLst xmlns:a="http://schemas.openxmlformats.org/drawingml/2006/main">
              <a:ext uri="{FF2B5EF4-FFF2-40B4-BE49-F238E27FC236}">
                <a16:creationId xmlns:a16="http://schemas.microsoft.com/office/drawing/2014/main" id="{A616CEBD-9CA7-42C6-BBEF-AB4A09DF9CE9}"/>
              </a:ext>
            </a:extLst>
          </p:cNvPr>
          <p:cNvSpPr>
            <a:spLocks xmlns:a="http://schemas.openxmlformats.org/drawingml/2006/main" noGrp="1"/>
          </p:cNvSpPr>
          <p:nvPr/>
        </p:nvSpPr>
        <p:spPr>
          <a:xfrm xmlns:a="http://schemas.openxmlformats.org/drawingml/2006/main">
            <a:off x="9147067" y="450658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39" name="">
            <a:extLst xmlns:a="http://schemas.openxmlformats.org/drawingml/2006/main">
              <a:ext uri="{FF2B5EF4-FFF2-40B4-BE49-F238E27FC236}">
                <a16:creationId xmlns:a16="http://schemas.microsoft.com/office/drawing/2014/main" id="{4BDDA525-A667-4205-8FF3-2CC19A115B59}"/>
              </a:ext>
            </a:extLst>
          </p:cNvPr>
          <p:cNvSpPr>
            <a:spLocks xmlns:a="http://schemas.openxmlformats.org/drawingml/2006/main" noGrp="1"/>
          </p:cNvSpPr>
          <p:nvPr/>
        </p:nvSpPr>
        <p:spPr>
          <a:xfrm xmlns:a="http://schemas.openxmlformats.org/drawingml/2006/main">
            <a:off x="9918235" y="351794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40" name="">
            <a:extLst xmlns:a="http://schemas.openxmlformats.org/drawingml/2006/main">
              <a:ext uri="{FF2B5EF4-FFF2-40B4-BE49-F238E27FC236}">
                <a16:creationId xmlns:a16="http://schemas.microsoft.com/office/drawing/2014/main" id="{D3CBB804-A8F0-4DBC-B523-6164CE3091EC}"/>
              </a:ext>
            </a:extLst>
          </p:cNvPr>
          <p:cNvSpPr>
            <a:spLocks xmlns:a="http://schemas.openxmlformats.org/drawingml/2006/main" noGrp="1"/>
          </p:cNvSpPr>
          <p:nvPr/>
        </p:nvSpPr>
        <p:spPr>
          <a:xfrm xmlns:a="http://schemas.openxmlformats.org/drawingml/2006/main">
            <a:off x="9629334" y="33644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41" name="">
            <a:extLst xmlns:a="http://schemas.openxmlformats.org/drawingml/2006/main">
              <a:ext uri="{FF2B5EF4-FFF2-40B4-BE49-F238E27FC236}">
                <a16:creationId xmlns:a16="http://schemas.microsoft.com/office/drawing/2014/main" id="{47ACD89E-AE12-4122-B232-74A33E78DE38}"/>
              </a:ext>
            </a:extLst>
          </p:cNvPr>
          <p:cNvSpPr>
            <a:spLocks xmlns:a="http://schemas.openxmlformats.org/drawingml/2006/main" noGrp="1"/>
          </p:cNvSpPr>
          <p:nvPr/>
        </p:nvSpPr>
        <p:spPr>
          <a:xfrm xmlns:a="http://schemas.openxmlformats.org/drawingml/2006/main">
            <a:off x="9830536" y="358769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42" name="">
            <a:extLst xmlns:a="http://schemas.openxmlformats.org/drawingml/2006/main">
              <a:ext uri="{FF2B5EF4-FFF2-40B4-BE49-F238E27FC236}">
                <a16:creationId xmlns:a16="http://schemas.microsoft.com/office/drawing/2014/main" id="{F62139FE-6673-4D0F-A449-31072BAAB833}"/>
              </a:ext>
            </a:extLst>
          </p:cNvPr>
          <p:cNvSpPr>
            <a:spLocks xmlns:a="http://schemas.openxmlformats.org/drawingml/2006/main" noGrp="1"/>
          </p:cNvSpPr>
          <p:nvPr/>
        </p:nvSpPr>
        <p:spPr>
          <a:xfrm xmlns:a="http://schemas.openxmlformats.org/drawingml/2006/main">
            <a:off x="10198805" y="354696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43" name="">
            <a:extLst xmlns:a="http://schemas.openxmlformats.org/drawingml/2006/main">
              <a:ext uri="{FF2B5EF4-FFF2-40B4-BE49-F238E27FC236}">
                <a16:creationId xmlns:a16="http://schemas.microsoft.com/office/drawing/2014/main" id="{1E666CE1-1AC1-4ECD-B2D8-C2708F607602}"/>
              </a:ext>
            </a:extLst>
          </p:cNvPr>
          <p:cNvSpPr>
            <a:spLocks xmlns:a="http://schemas.openxmlformats.org/drawingml/2006/main" noGrp="1"/>
          </p:cNvSpPr>
          <p:nvPr/>
        </p:nvSpPr>
        <p:spPr>
          <a:xfrm xmlns:a="http://schemas.openxmlformats.org/drawingml/2006/main">
            <a:off x="10771853" y="350870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44" name="">
            <a:extLst xmlns:a="http://schemas.openxmlformats.org/drawingml/2006/main">
              <a:ext uri="{FF2B5EF4-FFF2-40B4-BE49-F238E27FC236}">
                <a16:creationId xmlns:a16="http://schemas.microsoft.com/office/drawing/2014/main" id="{A5AD0202-E6FB-4A25-A671-4DBF4195AC49}"/>
              </a:ext>
            </a:extLst>
          </p:cNvPr>
          <p:cNvSpPr>
            <a:spLocks xmlns:a="http://schemas.openxmlformats.org/drawingml/2006/main" noGrp="1"/>
          </p:cNvSpPr>
          <p:nvPr/>
        </p:nvSpPr>
        <p:spPr>
          <a:xfrm xmlns:a="http://schemas.openxmlformats.org/drawingml/2006/main">
            <a:off x="10871945" y="348791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45" name="">
            <a:extLst xmlns:a="http://schemas.openxmlformats.org/drawingml/2006/main">
              <a:ext uri="{FF2B5EF4-FFF2-40B4-BE49-F238E27FC236}">
                <a16:creationId xmlns:a16="http://schemas.microsoft.com/office/drawing/2014/main" id="{FE9E4E0D-6B12-41B2-81D1-C8BB9E318086}"/>
              </a:ext>
            </a:extLst>
          </p:cNvPr>
          <p:cNvSpPr>
            <a:spLocks xmlns:a="http://schemas.openxmlformats.org/drawingml/2006/main" noGrp="1"/>
          </p:cNvSpPr>
          <p:nvPr/>
        </p:nvSpPr>
        <p:spPr>
          <a:xfrm xmlns:a="http://schemas.openxmlformats.org/drawingml/2006/main">
            <a:off x="8878261" y="449881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46" name="">
            <a:extLst xmlns:a="http://schemas.openxmlformats.org/drawingml/2006/main">
              <a:ext uri="{FF2B5EF4-FFF2-40B4-BE49-F238E27FC236}">
                <a16:creationId xmlns:a16="http://schemas.microsoft.com/office/drawing/2014/main" id="{A7532B81-C298-4A28-AC3C-0F0765D1623A}"/>
              </a:ext>
            </a:extLst>
          </p:cNvPr>
          <p:cNvSpPr>
            <a:spLocks xmlns:a="http://schemas.openxmlformats.org/drawingml/2006/main" noGrp="1"/>
          </p:cNvSpPr>
          <p:nvPr/>
        </p:nvSpPr>
        <p:spPr>
          <a:xfrm xmlns:a="http://schemas.openxmlformats.org/drawingml/2006/main">
            <a:off x="8671696" y="479257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47" name="">
            <a:extLst xmlns:a="http://schemas.openxmlformats.org/drawingml/2006/main">
              <a:ext uri="{FF2B5EF4-FFF2-40B4-BE49-F238E27FC236}">
                <a16:creationId xmlns:a16="http://schemas.microsoft.com/office/drawing/2014/main" id="{D43E649D-5E79-4EAF-A775-2AB214BAB360}"/>
              </a:ext>
            </a:extLst>
          </p:cNvPr>
          <p:cNvSpPr>
            <a:spLocks xmlns:a="http://schemas.openxmlformats.org/drawingml/2006/main" noGrp="1"/>
          </p:cNvSpPr>
          <p:nvPr/>
        </p:nvSpPr>
        <p:spPr>
          <a:xfrm xmlns:a="http://schemas.openxmlformats.org/drawingml/2006/main">
            <a:off x="10200472" y="355919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48" name="">
            <a:extLst xmlns:a="http://schemas.openxmlformats.org/drawingml/2006/main">
              <a:ext uri="{FF2B5EF4-FFF2-40B4-BE49-F238E27FC236}">
                <a16:creationId xmlns:a16="http://schemas.microsoft.com/office/drawing/2014/main" id="{3476EBB1-6904-4CAD-8A45-CD5D77769C46}"/>
              </a:ext>
            </a:extLst>
          </p:cNvPr>
          <p:cNvSpPr>
            <a:spLocks xmlns:a="http://schemas.openxmlformats.org/drawingml/2006/main" noGrp="1"/>
          </p:cNvSpPr>
          <p:nvPr/>
        </p:nvSpPr>
        <p:spPr>
          <a:xfrm xmlns:a="http://schemas.openxmlformats.org/drawingml/2006/main">
            <a:off x="10219228" y="377125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49" name="">
            <a:extLst xmlns:a="http://schemas.openxmlformats.org/drawingml/2006/main">
              <a:ext uri="{FF2B5EF4-FFF2-40B4-BE49-F238E27FC236}">
                <a16:creationId xmlns:a16="http://schemas.microsoft.com/office/drawing/2014/main" id="{691E782F-1FBE-4442-B4A4-B93FCD38226D}"/>
              </a:ext>
            </a:extLst>
          </p:cNvPr>
          <p:cNvSpPr>
            <a:spLocks xmlns:a="http://schemas.openxmlformats.org/drawingml/2006/main" noGrp="1"/>
          </p:cNvSpPr>
          <p:nvPr/>
        </p:nvSpPr>
        <p:spPr>
          <a:xfrm xmlns:a="http://schemas.openxmlformats.org/drawingml/2006/main">
            <a:off x="10285966" y="353508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50" name="">
            <a:extLst xmlns:a="http://schemas.openxmlformats.org/drawingml/2006/main">
              <a:ext uri="{FF2B5EF4-FFF2-40B4-BE49-F238E27FC236}">
                <a16:creationId xmlns:a16="http://schemas.microsoft.com/office/drawing/2014/main" id="{FFCAF963-078F-4B9D-B298-039DDF48C976}"/>
              </a:ext>
            </a:extLst>
          </p:cNvPr>
          <p:cNvSpPr>
            <a:spLocks xmlns:a="http://schemas.openxmlformats.org/drawingml/2006/main" noGrp="1"/>
          </p:cNvSpPr>
          <p:nvPr/>
        </p:nvSpPr>
        <p:spPr>
          <a:xfrm xmlns:a="http://schemas.openxmlformats.org/drawingml/2006/main">
            <a:off x="9725821" y="496830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51" name="">
            <a:extLst xmlns:a="http://schemas.openxmlformats.org/drawingml/2006/main">
              <a:ext uri="{FF2B5EF4-FFF2-40B4-BE49-F238E27FC236}">
                <a16:creationId xmlns:a16="http://schemas.microsoft.com/office/drawing/2014/main" id="{5CD62C8A-A540-45AB-BDA9-4515F46C5DF8}"/>
              </a:ext>
            </a:extLst>
          </p:cNvPr>
          <p:cNvSpPr>
            <a:spLocks xmlns:a="http://schemas.openxmlformats.org/drawingml/2006/main" noGrp="1"/>
          </p:cNvSpPr>
          <p:nvPr/>
        </p:nvSpPr>
        <p:spPr>
          <a:xfrm xmlns:a="http://schemas.openxmlformats.org/drawingml/2006/main">
            <a:off x="10310932" y="355113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52" name="">
            <a:extLst xmlns:a="http://schemas.openxmlformats.org/drawingml/2006/main">
              <a:ext uri="{FF2B5EF4-FFF2-40B4-BE49-F238E27FC236}">
                <a16:creationId xmlns:a16="http://schemas.microsoft.com/office/drawing/2014/main" id="{5AD13077-ABB7-46EB-8FAF-3BDB77A1D4CF}"/>
              </a:ext>
            </a:extLst>
          </p:cNvPr>
          <p:cNvSpPr>
            <a:spLocks xmlns:a="http://schemas.openxmlformats.org/drawingml/2006/main" noGrp="1"/>
          </p:cNvSpPr>
          <p:nvPr/>
        </p:nvSpPr>
        <p:spPr>
          <a:xfrm xmlns:a="http://schemas.openxmlformats.org/drawingml/2006/main">
            <a:off x="8709265" y="477973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53" name="">
            <a:extLst xmlns:a="http://schemas.openxmlformats.org/drawingml/2006/main">
              <a:ext uri="{FF2B5EF4-FFF2-40B4-BE49-F238E27FC236}">
                <a16:creationId xmlns:a16="http://schemas.microsoft.com/office/drawing/2014/main" id="{D4B94519-7EEC-4DCF-B488-498713FA9666}"/>
              </a:ext>
            </a:extLst>
          </p:cNvPr>
          <p:cNvSpPr>
            <a:spLocks xmlns:a="http://schemas.openxmlformats.org/drawingml/2006/main" noGrp="1"/>
          </p:cNvSpPr>
          <p:nvPr/>
        </p:nvSpPr>
        <p:spPr>
          <a:xfrm xmlns:a="http://schemas.openxmlformats.org/drawingml/2006/main">
            <a:off x="10095547" y="346452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54" name="">
            <a:extLst xmlns:a="http://schemas.openxmlformats.org/drawingml/2006/main">
              <a:ext uri="{FF2B5EF4-FFF2-40B4-BE49-F238E27FC236}">
                <a16:creationId xmlns:a16="http://schemas.microsoft.com/office/drawing/2014/main" id="{FA1BB55C-8896-4584-991C-9B397CB5AB59}"/>
              </a:ext>
            </a:extLst>
          </p:cNvPr>
          <p:cNvSpPr>
            <a:spLocks xmlns:a="http://schemas.openxmlformats.org/drawingml/2006/main" noGrp="1"/>
          </p:cNvSpPr>
          <p:nvPr/>
        </p:nvSpPr>
        <p:spPr>
          <a:xfrm xmlns:a="http://schemas.openxmlformats.org/drawingml/2006/main">
            <a:off x="10283302" y="353667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55" name="">
            <a:extLst xmlns:a="http://schemas.openxmlformats.org/drawingml/2006/main">
              <a:ext uri="{FF2B5EF4-FFF2-40B4-BE49-F238E27FC236}">
                <a16:creationId xmlns:a16="http://schemas.microsoft.com/office/drawing/2014/main" id="{C81C72FE-0958-463F-88AA-C91EE92130F5}"/>
              </a:ext>
            </a:extLst>
          </p:cNvPr>
          <p:cNvSpPr>
            <a:spLocks xmlns:a="http://schemas.openxmlformats.org/drawingml/2006/main" noGrp="1"/>
          </p:cNvSpPr>
          <p:nvPr/>
        </p:nvSpPr>
        <p:spPr>
          <a:xfrm xmlns:a="http://schemas.openxmlformats.org/drawingml/2006/main">
            <a:off x="9516777" y="400878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56" name="">
            <a:extLst xmlns:a="http://schemas.openxmlformats.org/drawingml/2006/main">
              <a:ext uri="{FF2B5EF4-FFF2-40B4-BE49-F238E27FC236}">
                <a16:creationId xmlns:a16="http://schemas.microsoft.com/office/drawing/2014/main" id="{68CFBA30-7612-4746-BAE7-F29D87F9D9C0}"/>
              </a:ext>
            </a:extLst>
          </p:cNvPr>
          <p:cNvSpPr>
            <a:spLocks xmlns:a="http://schemas.openxmlformats.org/drawingml/2006/main" noGrp="1"/>
          </p:cNvSpPr>
          <p:nvPr/>
        </p:nvSpPr>
        <p:spPr>
          <a:xfrm xmlns:a="http://schemas.openxmlformats.org/drawingml/2006/main">
            <a:off x="8661283" y="476613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57" name="">
            <a:extLst xmlns:a="http://schemas.openxmlformats.org/drawingml/2006/main">
              <a:ext uri="{FF2B5EF4-FFF2-40B4-BE49-F238E27FC236}">
                <a16:creationId xmlns:a16="http://schemas.microsoft.com/office/drawing/2014/main" id="{0793256C-284C-4A5A-96B2-4658A7A44273}"/>
              </a:ext>
            </a:extLst>
          </p:cNvPr>
          <p:cNvSpPr>
            <a:spLocks xmlns:a="http://schemas.openxmlformats.org/drawingml/2006/main" noGrp="1"/>
          </p:cNvSpPr>
          <p:nvPr/>
        </p:nvSpPr>
        <p:spPr>
          <a:xfrm xmlns:a="http://schemas.openxmlformats.org/drawingml/2006/main">
            <a:off x="8685394" y="477968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58" name="">
            <a:extLst xmlns:a="http://schemas.openxmlformats.org/drawingml/2006/main">
              <a:ext uri="{FF2B5EF4-FFF2-40B4-BE49-F238E27FC236}">
                <a16:creationId xmlns:a16="http://schemas.microsoft.com/office/drawing/2014/main" id="{8E3516C0-F723-492E-B57B-22D8A6A7A0CE}"/>
              </a:ext>
            </a:extLst>
          </p:cNvPr>
          <p:cNvSpPr>
            <a:spLocks xmlns:a="http://schemas.openxmlformats.org/drawingml/2006/main" noGrp="1"/>
          </p:cNvSpPr>
          <p:nvPr/>
        </p:nvSpPr>
        <p:spPr>
          <a:xfrm xmlns:a="http://schemas.openxmlformats.org/drawingml/2006/main">
            <a:off x="10321815" y="367674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59" name="">
            <a:extLst xmlns:a="http://schemas.openxmlformats.org/drawingml/2006/main">
              <a:ext uri="{FF2B5EF4-FFF2-40B4-BE49-F238E27FC236}">
                <a16:creationId xmlns:a16="http://schemas.microsoft.com/office/drawing/2014/main" id="{CE1EDDB5-6C53-4E3B-9ACC-5B79B7B62C24}"/>
              </a:ext>
            </a:extLst>
          </p:cNvPr>
          <p:cNvSpPr>
            <a:spLocks xmlns:a="http://schemas.openxmlformats.org/drawingml/2006/main" noGrp="1"/>
          </p:cNvSpPr>
          <p:nvPr/>
        </p:nvSpPr>
        <p:spPr>
          <a:xfrm xmlns:a="http://schemas.openxmlformats.org/drawingml/2006/main">
            <a:off x="9340090" y="496058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60" name="">
            <a:extLst xmlns:a="http://schemas.openxmlformats.org/drawingml/2006/main">
              <a:ext uri="{FF2B5EF4-FFF2-40B4-BE49-F238E27FC236}">
                <a16:creationId xmlns:a16="http://schemas.microsoft.com/office/drawing/2014/main" id="{26569DC8-2B26-4D06-A352-00124B695CE0}"/>
              </a:ext>
            </a:extLst>
          </p:cNvPr>
          <p:cNvSpPr>
            <a:spLocks xmlns:a="http://schemas.openxmlformats.org/drawingml/2006/main" noGrp="1"/>
          </p:cNvSpPr>
          <p:nvPr/>
        </p:nvSpPr>
        <p:spPr>
          <a:xfrm xmlns:a="http://schemas.openxmlformats.org/drawingml/2006/main">
            <a:off x="9811413" y="468643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61" name="">
            <a:extLst xmlns:a="http://schemas.openxmlformats.org/drawingml/2006/main">
              <a:ext uri="{FF2B5EF4-FFF2-40B4-BE49-F238E27FC236}">
                <a16:creationId xmlns:a16="http://schemas.microsoft.com/office/drawing/2014/main" id="{593A733F-47DC-4A75-9410-057692EC1135}"/>
              </a:ext>
            </a:extLst>
          </p:cNvPr>
          <p:cNvSpPr>
            <a:spLocks xmlns:a="http://schemas.openxmlformats.org/drawingml/2006/main" noGrp="1"/>
          </p:cNvSpPr>
          <p:nvPr/>
        </p:nvSpPr>
        <p:spPr>
          <a:xfrm xmlns:a="http://schemas.openxmlformats.org/drawingml/2006/main">
            <a:off x="10367908" y="381861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62" name="">
            <a:extLst xmlns:a="http://schemas.openxmlformats.org/drawingml/2006/main">
              <a:ext uri="{FF2B5EF4-FFF2-40B4-BE49-F238E27FC236}">
                <a16:creationId xmlns:a16="http://schemas.microsoft.com/office/drawing/2014/main" id="{DC73E02D-E876-488F-9357-11A2DA3B0C33}"/>
              </a:ext>
            </a:extLst>
          </p:cNvPr>
          <p:cNvSpPr>
            <a:spLocks xmlns:a="http://schemas.openxmlformats.org/drawingml/2006/main" noGrp="1"/>
          </p:cNvSpPr>
          <p:nvPr/>
        </p:nvSpPr>
        <p:spPr>
          <a:xfrm xmlns:a="http://schemas.openxmlformats.org/drawingml/2006/main">
            <a:off x="9248278" y="476687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63" name="">
            <a:extLst xmlns:a="http://schemas.openxmlformats.org/drawingml/2006/main">
              <a:ext uri="{FF2B5EF4-FFF2-40B4-BE49-F238E27FC236}">
                <a16:creationId xmlns:a16="http://schemas.microsoft.com/office/drawing/2014/main" id="{CE6BA0C3-0355-4E8F-B0CA-F82E45A0F5B3}"/>
              </a:ext>
            </a:extLst>
          </p:cNvPr>
          <p:cNvSpPr>
            <a:spLocks xmlns:a="http://schemas.openxmlformats.org/drawingml/2006/main" noGrp="1"/>
          </p:cNvSpPr>
          <p:nvPr/>
        </p:nvSpPr>
        <p:spPr>
          <a:xfrm xmlns:a="http://schemas.openxmlformats.org/drawingml/2006/main">
            <a:off x="9015119" y="418049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64" name="">
            <a:extLst xmlns:a="http://schemas.openxmlformats.org/drawingml/2006/main">
              <a:ext uri="{FF2B5EF4-FFF2-40B4-BE49-F238E27FC236}">
                <a16:creationId xmlns:a16="http://schemas.microsoft.com/office/drawing/2014/main" id="{45A95DD2-1A63-485E-B51F-C237C0DE4F49}"/>
              </a:ext>
            </a:extLst>
          </p:cNvPr>
          <p:cNvSpPr>
            <a:spLocks xmlns:a="http://schemas.openxmlformats.org/drawingml/2006/main" noGrp="1"/>
          </p:cNvSpPr>
          <p:nvPr/>
        </p:nvSpPr>
        <p:spPr>
          <a:xfrm xmlns:a="http://schemas.openxmlformats.org/drawingml/2006/main">
            <a:off x="10227291" y="348125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65" name="">
            <a:extLst xmlns:a="http://schemas.openxmlformats.org/drawingml/2006/main">
              <a:ext uri="{FF2B5EF4-FFF2-40B4-BE49-F238E27FC236}">
                <a16:creationId xmlns:a16="http://schemas.microsoft.com/office/drawing/2014/main" id="{C6BD6B9F-8506-48CE-9F76-6EFC4063F5F7}"/>
              </a:ext>
            </a:extLst>
          </p:cNvPr>
          <p:cNvSpPr>
            <a:spLocks xmlns:a="http://schemas.openxmlformats.org/drawingml/2006/main" noGrp="1"/>
          </p:cNvSpPr>
          <p:nvPr/>
        </p:nvSpPr>
        <p:spPr>
          <a:xfrm xmlns:a="http://schemas.openxmlformats.org/drawingml/2006/main">
            <a:off x="10050948" y="342806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66" name="">
            <a:extLst xmlns:a="http://schemas.openxmlformats.org/drawingml/2006/main">
              <a:ext uri="{FF2B5EF4-FFF2-40B4-BE49-F238E27FC236}">
                <a16:creationId xmlns:a16="http://schemas.microsoft.com/office/drawing/2014/main" id="{F7B01C81-2A7E-4282-8B15-154A31A08DB3}"/>
              </a:ext>
            </a:extLst>
          </p:cNvPr>
          <p:cNvSpPr>
            <a:spLocks xmlns:a="http://schemas.openxmlformats.org/drawingml/2006/main" noGrp="1"/>
          </p:cNvSpPr>
          <p:nvPr/>
        </p:nvSpPr>
        <p:spPr>
          <a:xfrm xmlns:a="http://schemas.openxmlformats.org/drawingml/2006/main">
            <a:off x="9991048" y="35888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67" name="">
            <a:extLst xmlns:a="http://schemas.openxmlformats.org/drawingml/2006/main">
              <a:ext uri="{FF2B5EF4-FFF2-40B4-BE49-F238E27FC236}">
                <a16:creationId xmlns:a16="http://schemas.microsoft.com/office/drawing/2014/main" id="{D057BC90-43C1-4C81-93E0-C279089AD383}"/>
              </a:ext>
            </a:extLst>
          </p:cNvPr>
          <p:cNvSpPr>
            <a:spLocks xmlns:a="http://schemas.openxmlformats.org/drawingml/2006/main" noGrp="1"/>
          </p:cNvSpPr>
          <p:nvPr/>
        </p:nvSpPr>
        <p:spPr>
          <a:xfrm xmlns:a="http://schemas.openxmlformats.org/drawingml/2006/main">
            <a:off x="10615252" y="349614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68" name="">
            <a:extLst xmlns:a="http://schemas.openxmlformats.org/drawingml/2006/main">
              <a:ext uri="{FF2B5EF4-FFF2-40B4-BE49-F238E27FC236}">
                <a16:creationId xmlns:a16="http://schemas.microsoft.com/office/drawing/2014/main" id="{21C83645-A7AD-4972-933E-C3C843DB3E3B}"/>
              </a:ext>
            </a:extLst>
          </p:cNvPr>
          <p:cNvSpPr>
            <a:spLocks xmlns:a="http://schemas.openxmlformats.org/drawingml/2006/main" noGrp="1"/>
          </p:cNvSpPr>
          <p:nvPr/>
        </p:nvSpPr>
        <p:spPr>
          <a:xfrm xmlns:a="http://schemas.openxmlformats.org/drawingml/2006/main">
            <a:off x="10239293" y="354911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69" name="">
            <a:extLst xmlns:a="http://schemas.openxmlformats.org/drawingml/2006/main">
              <a:ext uri="{FF2B5EF4-FFF2-40B4-BE49-F238E27FC236}">
                <a16:creationId xmlns:a16="http://schemas.microsoft.com/office/drawing/2014/main" id="{7C084CF5-ADCF-4F51-82D0-209F89145ECE}"/>
              </a:ext>
            </a:extLst>
          </p:cNvPr>
          <p:cNvSpPr>
            <a:spLocks xmlns:a="http://schemas.openxmlformats.org/drawingml/2006/main" noGrp="1"/>
          </p:cNvSpPr>
          <p:nvPr/>
        </p:nvSpPr>
        <p:spPr>
          <a:xfrm xmlns:a="http://schemas.openxmlformats.org/drawingml/2006/main">
            <a:off x="9974260" y="457206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70" name="">
            <a:extLst xmlns:a="http://schemas.openxmlformats.org/drawingml/2006/main">
              <a:ext uri="{FF2B5EF4-FFF2-40B4-BE49-F238E27FC236}">
                <a16:creationId xmlns:a16="http://schemas.microsoft.com/office/drawing/2014/main" id="{8B8DCDC2-9164-4802-A3EF-2783046FA304}"/>
              </a:ext>
            </a:extLst>
          </p:cNvPr>
          <p:cNvSpPr>
            <a:spLocks xmlns:a="http://schemas.openxmlformats.org/drawingml/2006/main" noGrp="1"/>
          </p:cNvSpPr>
          <p:nvPr/>
        </p:nvSpPr>
        <p:spPr>
          <a:xfrm xmlns:a="http://schemas.openxmlformats.org/drawingml/2006/main">
            <a:off x="10237472" y="356745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71" name="">
            <a:extLst xmlns:a="http://schemas.openxmlformats.org/drawingml/2006/main">
              <a:ext uri="{FF2B5EF4-FFF2-40B4-BE49-F238E27FC236}">
                <a16:creationId xmlns:a16="http://schemas.microsoft.com/office/drawing/2014/main" id="{5276E20C-9700-44D1-A7BF-81D0B36B859B}"/>
              </a:ext>
            </a:extLst>
          </p:cNvPr>
          <p:cNvSpPr>
            <a:spLocks xmlns:a="http://schemas.openxmlformats.org/drawingml/2006/main" noGrp="1"/>
          </p:cNvSpPr>
          <p:nvPr/>
        </p:nvSpPr>
        <p:spPr>
          <a:xfrm xmlns:a="http://schemas.openxmlformats.org/drawingml/2006/main">
            <a:off x="9134335" y="384596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72" name="">
            <a:extLst xmlns:a="http://schemas.openxmlformats.org/drawingml/2006/main">
              <a:ext uri="{FF2B5EF4-FFF2-40B4-BE49-F238E27FC236}">
                <a16:creationId xmlns:a16="http://schemas.microsoft.com/office/drawing/2014/main" id="{8C3F6D9E-3492-4990-986C-56FA4BDFBEC8}"/>
              </a:ext>
            </a:extLst>
          </p:cNvPr>
          <p:cNvSpPr>
            <a:spLocks xmlns:a="http://schemas.openxmlformats.org/drawingml/2006/main" noGrp="1"/>
          </p:cNvSpPr>
          <p:nvPr/>
        </p:nvSpPr>
        <p:spPr>
          <a:xfrm xmlns:a="http://schemas.openxmlformats.org/drawingml/2006/main">
            <a:off x="9533568" y="400514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73" name="">
            <a:extLst xmlns:a="http://schemas.openxmlformats.org/drawingml/2006/main">
              <a:ext uri="{FF2B5EF4-FFF2-40B4-BE49-F238E27FC236}">
                <a16:creationId xmlns:a16="http://schemas.microsoft.com/office/drawing/2014/main" id="{D221E1EB-C849-4FA2-ACCE-2FF3CB136F9C}"/>
              </a:ext>
            </a:extLst>
          </p:cNvPr>
          <p:cNvSpPr>
            <a:spLocks xmlns:a="http://schemas.openxmlformats.org/drawingml/2006/main" noGrp="1"/>
          </p:cNvSpPr>
          <p:nvPr/>
        </p:nvSpPr>
        <p:spPr>
          <a:xfrm xmlns:a="http://schemas.openxmlformats.org/drawingml/2006/main">
            <a:off x="8702879" y="478226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74" name="">
            <a:extLst xmlns:a="http://schemas.openxmlformats.org/drawingml/2006/main">
              <a:ext uri="{FF2B5EF4-FFF2-40B4-BE49-F238E27FC236}">
                <a16:creationId xmlns:a16="http://schemas.microsoft.com/office/drawing/2014/main" id="{EBFA5EB0-FCA6-4CE0-8BD3-413B3958C1B2}"/>
              </a:ext>
            </a:extLst>
          </p:cNvPr>
          <p:cNvSpPr>
            <a:spLocks xmlns:a="http://schemas.openxmlformats.org/drawingml/2006/main" noGrp="1"/>
          </p:cNvSpPr>
          <p:nvPr/>
        </p:nvSpPr>
        <p:spPr>
          <a:xfrm xmlns:a="http://schemas.openxmlformats.org/drawingml/2006/main">
            <a:off x="10265178" y="353067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75" name="">
            <a:extLst xmlns:a="http://schemas.openxmlformats.org/drawingml/2006/main">
              <a:ext uri="{FF2B5EF4-FFF2-40B4-BE49-F238E27FC236}">
                <a16:creationId xmlns:a16="http://schemas.microsoft.com/office/drawing/2014/main" id="{4B17DAAD-C20A-458F-94A7-235FAC769CA9}"/>
              </a:ext>
            </a:extLst>
          </p:cNvPr>
          <p:cNvSpPr>
            <a:spLocks xmlns:a="http://schemas.openxmlformats.org/drawingml/2006/main" noGrp="1"/>
          </p:cNvSpPr>
          <p:nvPr/>
        </p:nvSpPr>
        <p:spPr>
          <a:xfrm xmlns:a="http://schemas.openxmlformats.org/drawingml/2006/main">
            <a:off x="9369170" y="411032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76" name="">
            <a:extLst xmlns:a="http://schemas.openxmlformats.org/drawingml/2006/main">
              <a:ext uri="{FF2B5EF4-FFF2-40B4-BE49-F238E27FC236}">
                <a16:creationId xmlns:a16="http://schemas.microsoft.com/office/drawing/2014/main" id="{441154B9-BED0-4CB0-A24E-8518B0711308}"/>
              </a:ext>
            </a:extLst>
          </p:cNvPr>
          <p:cNvSpPr>
            <a:spLocks xmlns:a="http://schemas.openxmlformats.org/drawingml/2006/main" noGrp="1"/>
          </p:cNvSpPr>
          <p:nvPr/>
        </p:nvSpPr>
        <p:spPr>
          <a:xfrm xmlns:a="http://schemas.openxmlformats.org/drawingml/2006/main">
            <a:off x="9748695" y="401275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77" name="">
            <a:extLst xmlns:a="http://schemas.openxmlformats.org/drawingml/2006/main">
              <a:ext uri="{FF2B5EF4-FFF2-40B4-BE49-F238E27FC236}">
                <a16:creationId xmlns:a16="http://schemas.microsoft.com/office/drawing/2014/main" id="{2E0967CD-BE26-4DE6-9371-D28385450994}"/>
              </a:ext>
            </a:extLst>
          </p:cNvPr>
          <p:cNvSpPr>
            <a:spLocks xmlns:a="http://schemas.openxmlformats.org/drawingml/2006/main" noGrp="1"/>
          </p:cNvSpPr>
          <p:nvPr/>
        </p:nvSpPr>
        <p:spPr>
          <a:xfrm xmlns:a="http://schemas.openxmlformats.org/drawingml/2006/main">
            <a:off x="10110755" y="358484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78" name="">
            <a:extLst xmlns:a="http://schemas.openxmlformats.org/drawingml/2006/main">
              <a:ext uri="{FF2B5EF4-FFF2-40B4-BE49-F238E27FC236}">
                <a16:creationId xmlns:a16="http://schemas.microsoft.com/office/drawing/2014/main" id="{571115E1-F759-48BE-8B81-06661A40CA77}"/>
              </a:ext>
            </a:extLst>
          </p:cNvPr>
          <p:cNvSpPr>
            <a:spLocks xmlns:a="http://schemas.openxmlformats.org/drawingml/2006/main" noGrp="1"/>
          </p:cNvSpPr>
          <p:nvPr/>
        </p:nvSpPr>
        <p:spPr>
          <a:xfrm xmlns:a="http://schemas.openxmlformats.org/drawingml/2006/main">
            <a:off x="10061711" y="358603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79" name="">
            <a:extLst xmlns:a="http://schemas.openxmlformats.org/drawingml/2006/main">
              <a:ext uri="{FF2B5EF4-FFF2-40B4-BE49-F238E27FC236}">
                <a16:creationId xmlns:a16="http://schemas.microsoft.com/office/drawing/2014/main" id="{ADA01B9C-112C-4CE2-9ACF-1672B071EF1E}"/>
              </a:ext>
            </a:extLst>
          </p:cNvPr>
          <p:cNvSpPr>
            <a:spLocks xmlns:a="http://schemas.openxmlformats.org/drawingml/2006/main" noGrp="1"/>
          </p:cNvSpPr>
          <p:nvPr/>
        </p:nvSpPr>
        <p:spPr>
          <a:xfrm xmlns:a="http://schemas.openxmlformats.org/drawingml/2006/main">
            <a:off x="10123434" y="399381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80" name="">
            <a:extLst xmlns:a="http://schemas.openxmlformats.org/drawingml/2006/main">
              <a:ext uri="{FF2B5EF4-FFF2-40B4-BE49-F238E27FC236}">
                <a16:creationId xmlns:a16="http://schemas.microsoft.com/office/drawing/2014/main" id="{6CCF8ADF-67FD-4663-B30D-F2C91C73CF9B}"/>
              </a:ext>
            </a:extLst>
          </p:cNvPr>
          <p:cNvSpPr>
            <a:spLocks xmlns:a="http://schemas.openxmlformats.org/drawingml/2006/main" noGrp="1"/>
          </p:cNvSpPr>
          <p:nvPr/>
        </p:nvSpPr>
        <p:spPr>
          <a:xfrm xmlns:a="http://schemas.openxmlformats.org/drawingml/2006/main">
            <a:off x="10063796" y="386995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81" name="">
            <a:extLst xmlns:a="http://schemas.openxmlformats.org/drawingml/2006/main">
              <a:ext uri="{FF2B5EF4-FFF2-40B4-BE49-F238E27FC236}">
                <a16:creationId xmlns:a16="http://schemas.microsoft.com/office/drawing/2014/main" id="{F76A2858-E8DC-4C75-A748-8D5B13A26DFA}"/>
              </a:ext>
            </a:extLst>
          </p:cNvPr>
          <p:cNvSpPr>
            <a:spLocks xmlns:a="http://schemas.openxmlformats.org/drawingml/2006/main" noGrp="1"/>
          </p:cNvSpPr>
          <p:nvPr/>
        </p:nvSpPr>
        <p:spPr>
          <a:xfrm xmlns:a="http://schemas.openxmlformats.org/drawingml/2006/main">
            <a:off x="9683311" y="427802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82" name="">
            <a:extLst xmlns:a="http://schemas.openxmlformats.org/drawingml/2006/main">
              <a:ext uri="{FF2B5EF4-FFF2-40B4-BE49-F238E27FC236}">
                <a16:creationId xmlns:a16="http://schemas.microsoft.com/office/drawing/2014/main" id="{B652F565-9CB6-445D-8DD3-233B89CF2B3F}"/>
              </a:ext>
            </a:extLst>
          </p:cNvPr>
          <p:cNvSpPr>
            <a:spLocks xmlns:a="http://schemas.openxmlformats.org/drawingml/2006/main" noGrp="1"/>
          </p:cNvSpPr>
          <p:nvPr/>
        </p:nvSpPr>
        <p:spPr>
          <a:xfrm xmlns:a="http://schemas.openxmlformats.org/drawingml/2006/main">
            <a:off x="9994454" y="351700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83" name="">
            <a:extLst xmlns:a="http://schemas.openxmlformats.org/drawingml/2006/main">
              <a:ext uri="{FF2B5EF4-FFF2-40B4-BE49-F238E27FC236}">
                <a16:creationId xmlns:a16="http://schemas.microsoft.com/office/drawing/2014/main" id="{7BC78A5B-53B8-4E97-ADFC-5C0EBED26EA5}"/>
              </a:ext>
            </a:extLst>
          </p:cNvPr>
          <p:cNvSpPr>
            <a:spLocks xmlns:a="http://schemas.openxmlformats.org/drawingml/2006/main" noGrp="1"/>
          </p:cNvSpPr>
          <p:nvPr/>
        </p:nvSpPr>
        <p:spPr>
          <a:xfrm xmlns:a="http://schemas.openxmlformats.org/drawingml/2006/main">
            <a:off x="9294859" y="488454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84" name="">
            <a:extLst xmlns:a="http://schemas.openxmlformats.org/drawingml/2006/main">
              <a:ext uri="{FF2B5EF4-FFF2-40B4-BE49-F238E27FC236}">
                <a16:creationId xmlns:a16="http://schemas.microsoft.com/office/drawing/2014/main" id="{0BB7A3F1-B596-4A24-B293-BC36AE4D91D5}"/>
              </a:ext>
            </a:extLst>
          </p:cNvPr>
          <p:cNvSpPr>
            <a:spLocks xmlns:a="http://schemas.openxmlformats.org/drawingml/2006/main" noGrp="1"/>
          </p:cNvSpPr>
          <p:nvPr/>
        </p:nvSpPr>
        <p:spPr>
          <a:xfrm xmlns:a="http://schemas.openxmlformats.org/drawingml/2006/main">
            <a:off x="9629707" y="336807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85" name="">
            <a:extLst xmlns:a="http://schemas.openxmlformats.org/drawingml/2006/main">
              <a:ext uri="{FF2B5EF4-FFF2-40B4-BE49-F238E27FC236}">
                <a16:creationId xmlns:a16="http://schemas.microsoft.com/office/drawing/2014/main" id="{21BBDEBD-8E00-4E7F-8AB3-5CF6AC46BB27}"/>
              </a:ext>
            </a:extLst>
          </p:cNvPr>
          <p:cNvSpPr>
            <a:spLocks xmlns:a="http://schemas.openxmlformats.org/drawingml/2006/main" noGrp="1"/>
          </p:cNvSpPr>
          <p:nvPr/>
        </p:nvSpPr>
        <p:spPr>
          <a:xfrm xmlns:a="http://schemas.openxmlformats.org/drawingml/2006/main">
            <a:off x="8923911" y="446325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86" name="">
            <a:extLst xmlns:a="http://schemas.openxmlformats.org/drawingml/2006/main">
              <a:ext uri="{FF2B5EF4-FFF2-40B4-BE49-F238E27FC236}">
                <a16:creationId xmlns:a16="http://schemas.microsoft.com/office/drawing/2014/main" id="{CC2B48C4-5636-4CDF-A1E2-50FB018111D7}"/>
              </a:ext>
            </a:extLst>
          </p:cNvPr>
          <p:cNvSpPr>
            <a:spLocks xmlns:a="http://schemas.openxmlformats.org/drawingml/2006/main" noGrp="1"/>
          </p:cNvSpPr>
          <p:nvPr/>
        </p:nvSpPr>
        <p:spPr>
          <a:xfrm xmlns:a="http://schemas.openxmlformats.org/drawingml/2006/main">
            <a:off x="11086823" y="443600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87" name="">
            <a:extLst xmlns:a="http://schemas.openxmlformats.org/drawingml/2006/main">
              <a:ext uri="{FF2B5EF4-FFF2-40B4-BE49-F238E27FC236}">
                <a16:creationId xmlns:a16="http://schemas.microsoft.com/office/drawing/2014/main" id="{FF1288AF-6566-4671-9B9E-E789D84925B0}"/>
              </a:ext>
            </a:extLst>
          </p:cNvPr>
          <p:cNvSpPr>
            <a:spLocks xmlns:a="http://schemas.openxmlformats.org/drawingml/2006/main" noGrp="1"/>
          </p:cNvSpPr>
          <p:nvPr/>
        </p:nvSpPr>
        <p:spPr>
          <a:xfrm xmlns:a="http://schemas.openxmlformats.org/drawingml/2006/main">
            <a:off x="8977225" y="443233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88" name="">
            <a:extLst xmlns:a="http://schemas.openxmlformats.org/drawingml/2006/main">
              <a:ext uri="{FF2B5EF4-FFF2-40B4-BE49-F238E27FC236}">
                <a16:creationId xmlns:a16="http://schemas.microsoft.com/office/drawing/2014/main" id="{088FD73E-DB14-4019-A2AA-88A9C9F4C324}"/>
              </a:ext>
            </a:extLst>
          </p:cNvPr>
          <p:cNvSpPr>
            <a:spLocks xmlns:a="http://schemas.openxmlformats.org/drawingml/2006/main" noGrp="1"/>
          </p:cNvSpPr>
          <p:nvPr/>
        </p:nvSpPr>
        <p:spPr>
          <a:xfrm xmlns:a="http://schemas.openxmlformats.org/drawingml/2006/main">
            <a:off x="10081674" y="389855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89" name="">
            <a:extLst xmlns:a="http://schemas.openxmlformats.org/drawingml/2006/main">
              <a:ext uri="{FF2B5EF4-FFF2-40B4-BE49-F238E27FC236}">
                <a16:creationId xmlns:a16="http://schemas.microsoft.com/office/drawing/2014/main" id="{CADA940B-5807-4AFC-8A5F-FAD85CFD70D9}"/>
              </a:ext>
            </a:extLst>
          </p:cNvPr>
          <p:cNvSpPr>
            <a:spLocks xmlns:a="http://schemas.openxmlformats.org/drawingml/2006/main" noGrp="1"/>
          </p:cNvSpPr>
          <p:nvPr/>
        </p:nvSpPr>
        <p:spPr>
          <a:xfrm xmlns:a="http://schemas.openxmlformats.org/drawingml/2006/main">
            <a:off x="9127591" y="402393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90" name="">
            <a:extLst xmlns:a="http://schemas.openxmlformats.org/drawingml/2006/main">
              <a:ext uri="{FF2B5EF4-FFF2-40B4-BE49-F238E27FC236}">
                <a16:creationId xmlns:a16="http://schemas.microsoft.com/office/drawing/2014/main" id="{3CDC82A3-1CAA-440E-B834-CC6C3428C836}"/>
              </a:ext>
            </a:extLst>
          </p:cNvPr>
          <p:cNvSpPr>
            <a:spLocks xmlns:a="http://schemas.openxmlformats.org/drawingml/2006/main" noGrp="1"/>
          </p:cNvSpPr>
          <p:nvPr/>
        </p:nvSpPr>
        <p:spPr>
          <a:xfrm xmlns:a="http://schemas.openxmlformats.org/drawingml/2006/main">
            <a:off x="10376266" y="344560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91" name="">
            <a:extLst xmlns:a="http://schemas.openxmlformats.org/drawingml/2006/main">
              <a:ext uri="{FF2B5EF4-FFF2-40B4-BE49-F238E27FC236}">
                <a16:creationId xmlns:a16="http://schemas.microsoft.com/office/drawing/2014/main" id="{5A406A2A-C84A-4D5C-8D86-578E83A000A6}"/>
              </a:ext>
            </a:extLst>
          </p:cNvPr>
          <p:cNvSpPr>
            <a:spLocks xmlns:a="http://schemas.openxmlformats.org/drawingml/2006/main" noGrp="1"/>
          </p:cNvSpPr>
          <p:nvPr/>
        </p:nvSpPr>
        <p:spPr>
          <a:xfrm xmlns:a="http://schemas.openxmlformats.org/drawingml/2006/main">
            <a:off x="9602282" y="343064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92" name="">
            <a:extLst xmlns:a="http://schemas.openxmlformats.org/drawingml/2006/main">
              <a:ext uri="{FF2B5EF4-FFF2-40B4-BE49-F238E27FC236}">
                <a16:creationId xmlns:a16="http://schemas.microsoft.com/office/drawing/2014/main" id="{EC3AE4C0-F874-47A0-B759-40A24AC2A510}"/>
              </a:ext>
            </a:extLst>
          </p:cNvPr>
          <p:cNvSpPr>
            <a:spLocks xmlns:a="http://schemas.openxmlformats.org/drawingml/2006/main" noGrp="1"/>
          </p:cNvSpPr>
          <p:nvPr/>
        </p:nvSpPr>
        <p:spPr>
          <a:xfrm xmlns:a="http://schemas.openxmlformats.org/drawingml/2006/main">
            <a:off x="10250770" y="357113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93" name="">
            <a:extLst xmlns:a="http://schemas.openxmlformats.org/drawingml/2006/main">
              <a:ext uri="{FF2B5EF4-FFF2-40B4-BE49-F238E27FC236}">
                <a16:creationId xmlns:a16="http://schemas.microsoft.com/office/drawing/2014/main" id="{0D97FA50-6A05-4F39-981E-209C00800978}"/>
              </a:ext>
            </a:extLst>
          </p:cNvPr>
          <p:cNvSpPr>
            <a:spLocks xmlns:a="http://schemas.openxmlformats.org/drawingml/2006/main" noGrp="1"/>
          </p:cNvSpPr>
          <p:nvPr/>
        </p:nvSpPr>
        <p:spPr>
          <a:xfrm xmlns:a="http://schemas.openxmlformats.org/drawingml/2006/main">
            <a:off x="9244617" y="368422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94" name="">
            <a:extLst xmlns:a="http://schemas.openxmlformats.org/drawingml/2006/main">
              <a:ext uri="{FF2B5EF4-FFF2-40B4-BE49-F238E27FC236}">
                <a16:creationId xmlns:a16="http://schemas.microsoft.com/office/drawing/2014/main" id="{FACB80A7-5721-437C-9228-893597A2A8F3}"/>
              </a:ext>
            </a:extLst>
          </p:cNvPr>
          <p:cNvSpPr>
            <a:spLocks xmlns:a="http://schemas.openxmlformats.org/drawingml/2006/main" noGrp="1"/>
          </p:cNvSpPr>
          <p:nvPr/>
        </p:nvSpPr>
        <p:spPr>
          <a:xfrm xmlns:a="http://schemas.openxmlformats.org/drawingml/2006/main">
            <a:off x="10395809" y="361795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95" name="">
            <a:extLst xmlns:a="http://schemas.openxmlformats.org/drawingml/2006/main">
              <a:ext uri="{FF2B5EF4-FFF2-40B4-BE49-F238E27FC236}">
                <a16:creationId xmlns:a16="http://schemas.microsoft.com/office/drawing/2014/main" id="{B4E8C0E2-248A-4E0D-9D02-E7DC312F4448}"/>
              </a:ext>
            </a:extLst>
          </p:cNvPr>
          <p:cNvSpPr>
            <a:spLocks xmlns:a="http://schemas.openxmlformats.org/drawingml/2006/main" noGrp="1"/>
          </p:cNvSpPr>
          <p:nvPr/>
        </p:nvSpPr>
        <p:spPr>
          <a:xfrm xmlns:a="http://schemas.openxmlformats.org/drawingml/2006/main">
            <a:off x="10232648" y="354289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96" name="">
            <a:extLst xmlns:a="http://schemas.openxmlformats.org/drawingml/2006/main">
              <a:ext uri="{FF2B5EF4-FFF2-40B4-BE49-F238E27FC236}">
                <a16:creationId xmlns:a16="http://schemas.microsoft.com/office/drawing/2014/main" id="{E7F5869C-579E-4DEB-9C74-2E661BE1C9C5}"/>
              </a:ext>
            </a:extLst>
          </p:cNvPr>
          <p:cNvSpPr>
            <a:spLocks xmlns:a="http://schemas.openxmlformats.org/drawingml/2006/main" noGrp="1"/>
          </p:cNvSpPr>
          <p:nvPr/>
        </p:nvSpPr>
        <p:spPr>
          <a:xfrm xmlns:a="http://schemas.openxmlformats.org/drawingml/2006/main">
            <a:off x="9787191" y="336963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97" name="">
            <a:extLst xmlns:a="http://schemas.openxmlformats.org/drawingml/2006/main">
              <a:ext uri="{FF2B5EF4-FFF2-40B4-BE49-F238E27FC236}">
                <a16:creationId xmlns:a16="http://schemas.microsoft.com/office/drawing/2014/main" id="{2E5C1987-BB0C-49E4-AC23-E6EAD11058F5}"/>
              </a:ext>
            </a:extLst>
          </p:cNvPr>
          <p:cNvSpPr>
            <a:spLocks xmlns:a="http://schemas.openxmlformats.org/drawingml/2006/main" noGrp="1"/>
          </p:cNvSpPr>
          <p:nvPr/>
        </p:nvSpPr>
        <p:spPr>
          <a:xfrm xmlns:a="http://schemas.openxmlformats.org/drawingml/2006/main">
            <a:off x="9612860" y="340579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98" name="">
            <a:extLst xmlns:a="http://schemas.openxmlformats.org/drawingml/2006/main">
              <a:ext uri="{FF2B5EF4-FFF2-40B4-BE49-F238E27FC236}">
                <a16:creationId xmlns:a16="http://schemas.microsoft.com/office/drawing/2014/main" id="{5C373A4E-D58A-4892-AF26-8BD0C4C5D03E}"/>
              </a:ext>
            </a:extLst>
          </p:cNvPr>
          <p:cNvSpPr>
            <a:spLocks xmlns:a="http://schemas.openxmlformats.org/drawingml/2006/main" noGrp="1"/>
          </p:cNvSpPr>
          <p:nvPr/>
        </p:nvSpPr>
        <p:spPr>
          <a:xfrm xmlns:a="http://schemas.openxmlformats.org/drawingml/2006/main">
            <a:off x="9149746" y="410734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199" name="">
            <a:extLst xmlns:a="http://schemas.openxmlformats.org/drawingml/2006/main">
              <a:ext uri="{FF2B5EF4-FFF2-40B4-BE49-F238E27FC236}">
                <a16:creationId xmlns:a16="http://schemas.microsoft.com/office/drawing/2014/main" id="{698F10AC-B9F7-4818-9F7D-7D8EC033D0A3}"/>
              </a:ext>
            </a:extLst>
          </p:cNvPr>
          <p:cNvSpPr>
            <a:spLocks xmlns:a="http://schemas.openxmlformats.org/drawingml/2006/main" noGrp="1"/>
          </p:cNvSpPr>
          <p:nvPr/>
        </p:nvSpPr>
        <p:spPr>
          <a:xfrm xmlns:a="http://schemas.openxmlformats.org/drawingml/2006/main">
            <a:off x="9295232" y="487693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00" name="">
            <a:extLst xmlns:a="http://schemas.openxmlformats.org/drawingml/2006/main">
              <a:ext uri="{FF2B5EF4-FFF2-40B4-BE49-F238E27FC236}">
                <a16:creationId xmlns:a16="http://schemas.microsoft.com/office/drawing/2014/main" id="{FD3F2A2A-FB1B-4897-97E7-FB712495F7A8}"/>
              </a:ext>
            </a:extLst>
          </p:cNvPr>
          <p:cNvSpPr>
            <a:spLocks xmlns:a="http://schemas.openxmlformats.org/drawingml/2006/main" noGrp="1"/>
          </p:cNvSpPr>
          <p:nvPr/>
        </p:nvSpPr>
        <p:spPr>
          <a:xfrm xmlns:a="http://schemas.openxmlformats.org/drawingml/2006/main">
            <a:off x="10356288" y="339319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01" name="">
            <a:extLst xmlns:a="http://schemas.openxmlformats.org/drawingml/2006/main">
              <a:ext uri="{FF2B5EF4-FFF2-40B4-BE49-F238E27FC236}">
                <a16:creationId xmlns:a16="http://schemas.microsoft.com/office/drawing/2014/main" id="{6D300896-6A85-4043-B0E7-60F321BCF372}"/>
              </a:ext>
            </a:extLst>
          </p:cNvPr>
          <p:cNvSpPr>
            <a:spLocks xmlns:a="http://schemas.openxmlformats.org/drawingml/2006/main" noGrp="1"/>
          </p:cNvSpPr>
          <p:nvPr/>
        </p:nvSpPr>
        <p:spPr>
          <a:xfrm xmlns:a="http://schemas.openxmlformats.org/drawingml/2006/main">
            <a:off x="9953826" y="377089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02" name="">
            <a:extLst xmlns:a="http://schemas.openxmlformats.org/drawingml/2006/main">
              <a:ext uri="{FF2B5EF4-FFF2-40B4-BE49-F238E27FC236}">
                <a16:creationId xmlns:a16="http://schemas.microsoft.com/office/drawing/2014/main" id="{9B9AE7F9-5C63-4490-926E-3FB56447C37F}"/>
              </a:ext>
            </a:extLst>
          </p:cNvPr>
          <p:cNvSpPr>
            <a:spLocks xmlns:a="http://schemas.openxmlformats.org/drawingml/2006/main" noGrp="1"/>
          </p:cNvSpPr>
          <p:nvPr/>
        </p:nvSpPr>
        <p:spPr>
          <a:xfrm xmlns:a="http://schemas.openxmlformats.org/drawingml/2006/main">
            <a:off x="9011002" y="445629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03" name="">
            <a:extLst xmlns:a="http://schemas.openxmlformats.org/drawingml/2006/main">
              <a:ext uri="{FF2B5EF4-FFF2-40B4-BE49-F238E27FC236}">
                <a16:creationId xmlns:a16="http://schemas.microsoft.com/office/drawing/2014/main" id="{BE8AB8C6-BFCB-45AA-A34C-92B094BCA792}"/>
              </a:ext>
            </a:extLst>
          </p:cNvPr>
          <p:cNvSpPr>
            <a:spLocks xmlns:a="http://schemas.openxmlformats.org/drawingml/2006/main" noGrp="1"/>
          </p:cNvSpPr>
          <p:nvPr/>
        </p:nvSpPr>
        <p:spPr>
          <a:xfrm xmlns:a="http://schemas.openxmlformats.org/drawingml/2006/main">
            <a:off x="10219296" y="355959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04" name="">
            <a:extLst xmlns:a="http://schemas.openxmlformats.org/drawingml/2006/main">
              <a:ext uri="{FF2B5EF4-FFF2-40B4-BE49-F238E27FC236}">
                <a16:creationId xmlns:a16="http://schemas.microsoft.com/office/drawing/2014/main" id="{6D154659-0873-4A7E-9EBA-701F3B3A67BA}"/>
              </a:ext>
            </a:extLst>
          </p:cNvPr>
          <p:cNvSpPr>
            <a:spLocks xmlns:a="http://schemas.openxmlformats.org/drawingml/2006/main" noGrp="1"/>
          </p:cNvSpPr>
          <p:nvPr/>
        </p:nvSpPr>
        <p:spPr>
          <a:xfrm xmlns:a="http://schemas.openxmlformats.org/drawingml/2006/main">
            <a:off x="9289627" y="389266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05" name="">
            <a:extLst xmlns:a="http://schemas.openxmlformats.org/drawingml/2006/main">
              <a:ext uri="{FF2B5EF4-FFF2-40B4-BE49-F238E27FC236}">
                <a16:creationId xmlns:a16="http://schemas.microsoft.com/office/drawing/2014/main" id="{35AEA952-AD9A-4364-9E88-DDF2901CF9EF}"/>
              </a:ext>
            </a:extLst>
          </p:cNvPr>
          <p:cNvSpPr>
            <a:spLocks xmlns:a="http://schemas.openxmlformats.org/drawingml/2006/main" noGrp="1"/>
          </p:cNvSpPr>
          <p:nvPr/>
        </p:nvSpPr>
        <p:spPr>
          <a:xfrm xmlns:a="http://schemas.openxmlformats.org/drawingml/2006/main">
            <a:off x="9644984" y="337436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06" name="">
            <a:extLst xmlns:a="http://schemas.openxmlformats.org/drawingml/2006/main">
              <a:ext uri="{FF2B5EF4-FFF2-40B4-BE49-F238E27FC236}">
                <a16:creationId xmlns:a16="http://schemas.microsoft.com/office/drawing/2014/main" id="{218B5AFB-83FC-4A59-8E14-36D612648CE4}"/>
              </a:ext>
            </a:extLst>
          </p:cNvPr>
          <p:cNvSpPr>
            <a:spLocks xmlns:a="http://schemas.openxmlformats.org/drawingml/2006/main" noGrp="1"/>
          </p:cNvSpPr>
          <p:nvPr/>
        </p:nvSpPr>
        <p:spPr>
          <a:xfrm xmlns:a="http://schemas.openxmlformats.org/drawingml/2006/main">
            <a:off x="10203728" y="353155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07" name="">
            <a:extLst xmlns:a="http://schemas.openxmlformats.org/drawingml/2006/main">
              <a:ext uri="{FF2B5EF4-FFF2-40B4-BE49-F238E27FC236}">
                <a16:creationId xmlns:a16="http://schemas.microsoft.com/office/drawing/2014/main" id="{6910CC33-E867-42B0-A07E-C11B0A9E6B22}"/>
              </a:ext>
            </a:extLst>
          </p:cNvPr>
          <p:cNvSpPr>
            <a:spLocks xmlns:a="http://schemas.openxmlformats.org/drawingml/2006/main" noGrp="1"/>
          </p:cNvSpPr>
          <p:nvPr/>
        </p:nvSpPr>
        <p:spPr>
          <a:xfrm xmlns:a="http://schemas.openxmlformats.org/drawingml/2006/main">
            <a:off x="8925740" y="446111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08" name="">
            <a:extLst xmlns:a="http://schemas.openxmlformats.org/drawingml/2006/main">
              <a:ext uri="{FF2B5EF4-FFF2-40B4-BE49-F238E27FC236}">
                <a16:creationId xmlns:a16="http://schemas.microsoft.com/office/drawing/2014/main" id="{6A76E97A-556D-47BA-915F-F552F5EFE618}"/>
              </a:ext>
            </a:extLst>
          </p:cNvPr>
          <p:cNvSpPr>
            <a:spLocks xmlns:a="http://schemas.openxmlformats.org/drawingml/2006/main" noGrp="1"/>
          </p:cNvSpPr>
          <p:nvPr/>
        </p:nvSpPr>
        <p:spPr>
          <a:xfrm xmlns:a="http://schemas.openxmlformats.org/drawingml/2006/main">
            <a:off x="11066613" y="447372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09" name="">
            <a:extLst xmlns:a="http://schemas.openxmlformats.org/drawingml/2006/main">
              <a:ext uri="{FF2B5EF4-FFF2-40B4-BE49-F238E27FC236}">
                <a16:creationId xmlns:a16="http://schemas.microsoft.com/office/drawing/2014/main" id="{35C54CAF-F96F-4FDA-84CD-EF7C81F16A38}"/>
              </a:ext>
            </a:extLst>
          </p:cNvPr>
          <p:cNvSpPr>
            <a:spLocks xmlns:a="http://schemas.openxmlformats.org/drawingml/2006/main" noGrp="1"/>
          </p:cNvSpPr>
          <p:nvPr/>
        </p:nvSpPr>
        <p:spPr>
          <a:xfrm xmlns:a="http://schemas.openxmlformats.org/drawingml/2006/main">
            <a:off x="8679073" y="481794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10" name="">
            <a:extLst xmlns:a="http://schemas.openxmlformats.org/drawingml/2006/main">
              <a:ext uri="{FF2B5EF4-FFF2-40B4-BE49-F238E27FC236}">
                <a16:creationId xmlns:a16="http://schemas.microsoft.com/office/drawing/2014/main" id="{E2F06434-07D5-4755-99AB-CC4EAB9576FE}"/>
              </a:ext>
            </a:extLst>
          </p:cNvPr>
          <p:cNvSpPr>
            <a:spLocks xmlns:a="http://schemas.openxmlformats.org/drawingml/2006/main" noGrp="1"/>
          </p:cNvSpPr>
          <p:nvPr/>
        </p:nvSpPr>
        <p:spPr>
          <a:xfrm xmlns:a="http://schemas.openxmlformats.org/drawingml/2006/main">
            <a:off x="9620718" y="336293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11" name="">
            <a:extLst xmlns:a="http://schemas.openxmlformats.org/drawingml/2006/main">
              <a:ext uri="{FF2B5EF4-FFF2-40B4-BE49-F238E27FC236}">
                <a16:creationId xmlns:a16="http://schemas.microsoft.com/office/drawing/2014/main" id="{85B2CB2C-1E70-4C7F-BF16-E63BC2843FFD}"/>
              </a:ext>
            </a:extLst>
          </p:cNvPr>
          <p:cNvSpPr>
            <a:spLocks xmlns:a="http://schemas.openxmlformats.org/drawingml/2006/main" noGrp="1"/>
          </p:cNvSpPr>
          <p:nvPr/>
        </p:nvSpPr>
        <p:spPr>
          <a:xfrm xmlns:a="http://schemas.openxmlformats.org/drawingml/2006/main">
            <a:off x="9898642" y="341999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12" name="">
            <a:extLst xmlns:a="http://schemas.openxmlformats.org/drawingml/2006/main">
              <a:ext uri="{FF2B5EF4-FFF2-40B4-BE49-F238E27FC236}">
                <a16:creationId xmlns:a16="http://schemas.microsoft.com/office/drawing/2014/main" id="{14B245CE-E1E5-4B39-B52D-A4CB6D9802E1}"/>
              </a:ext>
            </a:extLst>
          </p:cNvPr>
          <p:cNvSpPr>
            <a:spLocks xmlns:a="http://schemas.openxmlformats.org/drawingml/2006/main" noGrp="1"/>
          </p:cNvSpPr>
          <p:nvPr/>
        </p:nvSpPr>
        <p:spPr>
          <a:xfrm xmlns:a="http://schemas.openxmlformats.org/drawingml/2006/main">
            <a:off x="10223900" y="352149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13" name="">
            <a:extLst xmlns:a="http://schemas.openxmlformats.org/drawingml/2006/main">
              <a:ext uri="{FF2B5EF4-FFF2-40B4-BE49-F238E27FC236}">
                <a16:creationId xmlns:a16="http://schemas.microsoft.com/office/drawing/2014/main" id="{30C0C237-F6A4-4FFE-B127-F6F19FD22336}"/>
              </a:ext>
            </a:extLst>
          </p:cNvPr>
          <p:cNvSpPr>
            <a:spLocks xmlns:a="http://schemas.openxmlformats.org/drawingml/2006/main" noGrp="1"/>
          </p:cNvSpPr>
          <p:nvPr/>
        </p:nvSpPr>
        <p:spPr>
          <a:xfrm xmlns:a="http://schemas.openxmlformats.org/drawingml/2006/main">
            <a:off x="8729569" y="478980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14" name="">
            <a:extLst xmlns:a="http://schemas.openxmlformats.org/drawingml/2006/main">
              <a:ext uri="{FF2B5EF4-FFF2-40B4-BE49-F238E27FC236}">
                <a16:creationId xmlns:a16="http://schemas.microsoft.com/office/drawing/2014/main" id="{004D3679-56E9-40F9-8B22-8C01135AF957}"/>
              </a:ext>
            </a:extLst>
          </p:cNvPr>
          <p:cNvSpPr>
            <a:spLocks xmlns:a="http://schemas.openxmlformats.org/drawingml/2006/main" noGrp="1"/>
          </p:cNvSpPr>
          <p:nvPr/>
        </p:nvSpPr>
        <p:spPr>
          <a:xfrm xmlns:a="http://schemas.openxmlformats.org/drawingml/2006/main">
            <a:off x="10949427" y="354951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15" name="">
            <a:extLst xmlns:a="http://schemas.openxmlformats.org/drawingml/2006/main">
              <a:ext uri="{FF2B5EF4-FFF2-40B4-BE49-F238E27FC236}">
                <a16:creationId xmlns:a16="http://schemas.microsoft.com/office/drawing/2014/main" id="{EFA1EE3A-47B3-432A-95DD-D938AFF6E5B8}"/>
              </a:ext>
            </a:extLst>
          </p:cNvPr>
          <p:cNvSpPr>
            <a:spLocks xmlns:a="http://schemas.openxmlformats.org/drawingml/2006/main" noGrp="1"/>
          </p:cNvSpPr>
          <p:nvPr/>
        </p:nvSpPr>
        <p:spPr>
          <a:xfrm xmlns:a="http://schemas.openxmlformats.org/drawingml/2006/main">
            <a:off x="10062405" y="358674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16" name="">
            <a:extLst xmlns:a="http://schemas.openxmlformats.org/drawingml/2006/main">
              <a:ext uri="{FF2B5EF4-FFF2-40B4-BE49-F238E27FC236}">
                <a16:creationId xmlns:a16="http://schemas.microsoft.com/office/drawing/2014/main" id="{22753A74-10F5-4E3B-A13F-7ACAA1D00F1B}"/>
              </a:ext>
            </a:extLst>
          </p:cNvPr>
          <p:cNvSpPr>
            <a:spLocks xmlns:a="http://schemas.openxmlformats.org/drawingml/2006/main" noGrp="1"/>
          </p:cNvSpPr>
          <p:nvPr/>
        </p:nvSpPr>
        <p:spPr>
          <a:xfrm xmlns:a="http://schemas.openxmlformats.org/drawingml/2006/main">
            <a:off x="10004672" y="368937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17" name="">
            <a:extLst xmlns:a="http://schemas.openxmlformats.org/drawingml/2006/main">
              <a:ext uri="{FF2B5EF4-FFF2-40B4-BE49-F238E27FC236}">
                <a16:creationId xmlns:a16="http://schemas.microsoft.com/office/drawing/2014/main" id="{349E939F-FF77-4CD5-86B3-3C8CAD23BD91}"/>
              </a:ext>
            </a:extLst>
          </p:cNvPr>
          <p:cNvSpPr>
            <a:spLocks xmlns:a="http://schemas.openxmlformats.org/drawingml/2006/main" noGrp="1"/>
          </p:cNvSpPr>
          <p:nvPr/>
        </p:nvSpPr>
        <p:spPr>
          <a:xfrm xmlns:a="http://schemas.openxmlformats.org/drawingml/2006/main">
            <a:off x="8689754" y="477106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18" name="">
            <a:extLst xmlns:a="http://schemas.openxmlformats.org/drawingml/2006/main">
              <a:ext uri="{FF2B5EF4-FFF2-40B4-BE49-F238E27FC236}">
                <a16:creationId xmlns:a16="http://schemas.microsoft.com/office/drawing/2014/main" id="{11C4CC19-425E-4999-B428-26525E76ECDB}"/>
              </a:ext>
            </a:extLst>
          </p:cNvPr>
          <p:cNvSpPr>
            <a:spLocks xmlns:a="http://schemas.openxmlformats.org/drawingml/2006/main" noGrp="1"/>
          </p:cNvSpPr>
          <p:nvPr/>
        </p:nvSpPr>
        <p:spPr>
          <a:xfrm xmlns:a="http://schemas.openxmlformats.org/drawingml/2006/main">
            <a:off x="10084576" y="345903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19" name="">
            <a:extLst xmlns:a="http://schemas.openxmlformats.org/drawingml/2006/main">
              <a:ext uri="{FF2B5EF4-FFF2-40B4-BE49-F238E27FC236}">
                <a16:creationId xmlns:a16="http://schemas.microsoft.com/office/drawing/2014/main" id="{F6FE92D1-8BE1-43A5-B9B6-4D077CE8E063}"/>
              </a:ext>
            </a:extLst>
          </p:cNvPr>
          <p:cNvSpPr>
            <a:spLocks xmlns:a="http://schemas.openxmlformats.org/drawingml/2006/main" noGrp="1"/>
          </p:cNvSpPr>
          <p:nvPr/>
        </p:nvSpPr>
        <p:spPr>
          <a:xfrm xmlns:a="http://schemas.openxmlformats.org/drawingml/2006/main">
            <a:off x="10251150" y="349844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20" name="">
            <a:extLst xmlns:a="http://schemas.openxmlformats.org/drawingml/2006/main">
              <a:ext uri="{FF2B5EF4-FFF2-40B4-BE49-F238E27FC236}">
                <a16:creationId xmlns:a16="http://schemas.microsoft.com/office/drawing/2014/main" id="{95546C6C-3379-4F46-B2F4-FCBA20CA5A8B}"/>
              </a:ext>
            </a:extLst>
          </p:cNvPr>
          <p:cNvSpPr>
            <a:spLocks xmlns:a="http://schemas.openxmlformats.org/drawingml/2006/main" noGrp="1"/>
          </p:cNvSpPr>
          <p:nvPr/>
        </p:nvSpPr>
        <p:spPr>
          <a:xfrm xmlns:a="http://schemas.openxmlformats.org/drawingml/2006/main">
            <a:off x="8697151" y="47875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21" name="">
            <a:extLst xmlns:a="http://schemas.openxmlformats.org/drawingml/2006/main">
              <a:ext uri="{FF2B5EF4-FFF2-40B4-BE49-F238E27FC236}">
                <a16:creationId xmlns:a16="http://schemas.microsoft.com/office/drawing/2014/main" id="{00BEEA3C-321A-461F-9A22-338F579B54E0}"/>
              </a:ext>
            </a:extLst>
          </p:cNvPr>
          <p:cNvSpPr>
            <a:spLocks xmlns:a="http://schemas.openxmlformats.org/drawingml/2006/main" noGrp="1"/>
          </p:cNvSpPr>
          <p:nvPr/>
        </p:nvSpPr>
        <p:spPr>
          <a:xfrm xmlns:a="http://schemas.openxmlformats.org/drawingml/2006/main">
            <a:off x="9447533" y="406533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22" name="">
            <a:extLst xmlns:a="http://schemas.openxmlformats.org/drawingml/2006/main">
              <a:ext uri="{FF2B5EF4-FFF2-40B4-BE49-F238E27FC236}">
                <a16:creationId xmlns:a16="http://schemas.microsoft.com/office/drawing/2014/main" id="{2EA5344E-1726-4849-AE1A-1F0969E84455}"/>
              </a:ext>
            </a:extLst>
          </p:cNvPr>
          <p:cNvSpPr>
            <a:spLocks xmlns:a="http://schemas.openxmlformats.org/drawingml/2006/main" noGrp="1"/>
          </p:cNvSpPr>
          <p:nvPr/>
        </p:nvSpPr>
        <p:spPr>
          <a:xfrm xmlns:a="http://schemas.openxmlformats.org/drawingml/2006/main">
            <a:off x="8689561" y="478373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23" name="">
            <a:extLst xmlns:a="http://schemas.openxmlformats.org/drawingml/2006/main">
              <a:ext uri="{FF2B5EF4-FFF2-40B4-BE49-F238E27FC236}">
                <a16:creationId xmlns:a16="http://schemas.microsoft.com/office/drawing/2014/main" id="{DB865D49-69B9-4069-9B96-14BD1C401C14}"/>
              </a:ext>
            </a:extLst>
          </p:cNvPr>
          <p:cNvSpPr>
            <a:spLocks xmlns:a="http://schemas.openxmlformats.org/drawingml/2006/main" noGrp="1"/>
          </p:cNvSpPr>
          <p:nvPr/>
        </p:nvSpPr>
        <p:spPr>
          <a:xfrm xmlns:a="http://schemas.openxmlformats.org/drawingml/2006/main">
            <a:off x="8688948" y="477628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24" name="">
            <a:extLst xmlns:a="http://schemas.openxmlformats.org/drawingml/2006/main">
              <a:ext uri="{FF2B5EF4-FFF2-40B4-BE49-F238E27FC236}">
                <a16:creationId xmlns:a16="http://schemas.microsoft.com/office/drawing/2014/main" id="{F37589AF-248D-4558-83AB-CAA5F9C24E42}"/>
              </a:ext>
            </a:extLst>
          </p:cNvPr>
          <p:cNvSpPr>
            <a:spLocks xmlns:a="http://schemas.openxmlformats.org/drawingml/2006/main" noGrp="1"/>
          </p:cNvSpPr>
          <p:nvPr/>
        </p:nvSpPr>
        <p:spPr>
          <a:xfrm xmlns:a="http://schemas.openxmlformats.org/drawingml/2006/main">
            <a:off x="8668384" y="480219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25" name="">
            <a:extLst xmlns:a="http://schemas.openxmlformats.org/drawingml/2006/main">
              <a:ext uri="{FF2B5EF4-FFF2-40B4-BE49-F238E27FC236}">
                <a16:creationId xmlns:a16="http://schemas.microsoft.com/office/drawing/2014/main" id="{D735AB2A-599D-4FE7-95A1-BBFE9DBD0F4C}"/>
              </a:ext>
            </a:extLst>
          </p:cNvPr>
          <p:cNvSpPr>
            <a:spLocks xmlns:a="http://schemas.openxmlformats.org/drawingml/2006/main" noGrp="1"/>
          </p:cNvSpPr>
          <p:nvPr/>
        </p:nvSpPr>
        <p:spPr>
          <a:xfrm xmlns:a="http://schemas.openxmlformats.org/drawingml/2006/main">
            <a:off x="8692202" y="477531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26" name="">
            <a:extLst xmlns:a="http://schemas.openxmlformats.org/drawingml/2006/main">
              <a:ext uri="{FF2B5EF4-FFF2-40B4-BE49-F238E27FC236}">
                <a16:creationId xmlns:a16="http://schemas.microsoft.com/office/drawing/2014/main" id="{33C7A752-4530-45EB-936A-9CDBBA0C3534}"/>
              </a:ext>
            </a:extLst>
          </p:cNvPr>
          <p:cNvSpPr>
            <a:spLocks xmlns:a="http://schemas.openxmlformats.org/drawingml/2006/main" noGrp="1"/>
          </p:cNvSpPr>
          <p:nvPr/>
        </p:nvSpPr>
        <p:spPr>
          <a:xfrm xmlns:a="http://schemas.openxmlformats.org/drawingml/2006/main">
            <a:off x="10167605" y="358243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27" name="">
            <a:extLst xmlns:a="http://schemas.openxmlformats.org/drawingml/2006/main">
              <a:ext uri="{FF2B5EF4-FFF2-40B4-BE49-F238E27FC236}">
                <a16:creationId xmlns:a16="http://schemas.microsoft.com/office/drawing/2014/main" id="{DAB40659-2B6B-446E-953F-5FBDB6064246}"/>
              </a:ext>
            </a:extLst>
          </p:cNvPr>
          <p:cNvSpPr>
            <a:spLocks xmlns:a="http://schemas.openxmlformats.org/drawingml/2006/main" noGrp="1"/>
          </p:cNvSpPr>
          <p:nvPr/>
        </p:nvSpPr>
        <p:spPr>
          <a:xfrm xmlns:a="http://schemas.openxmlformats.org/drawingml/2006/main">
            <a:off x="10292896" y="322417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28" name="">
            <a:extLst xmlns:a="http://schemas.openxmlformats.org/drawingml/2006/main">
              <a:ext uri="{FF2B5EF4-FFF2-40B4-BE49-F238E27FC236}">
                <a16:creationId xmlns:a16="http://schemas.microsoft.com/office/drawing/2014/main" id="{3930A1B5-724D-419E-92E4-5590E677A999}"/>
              </a:ext>
            </a:extLst>
          </p:cNvPr>
          <p:cNvSpPr>
            <a:spLocks xmlns:a="http://schemas.openxmlformats.org/drawingml/2006/main" noGrp="1"/>
          </p:cNvSpPr>
          <p:nvPr/>
        </p:nvSpPr>
        <p:spPr>
          <a:xfrm xmlns:a="http://schemas.openxmlformats.org/drawingml/2006/main">
            <a:off x="9612737" y="339109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29" name="">
            <a:extLst xmlns:a="http://schemas.openxmlformats.org/drawingml/2006/main">
              <a:ext uri="{FF2B5EF4-FFF2-40B4-BE49-F238E27FC236}">
                <a16:creationId xmlns:a16="http://schemas.microsoft.com/office/drawing/2014/main" id="{C846060F-EEF0-432C-85FC-1BC81150A983}"/>
              </a:ext>
            </a:extLst>
          </p:cNvPr>
          <p:cNvSpPr>
            <a:spLocks xmlns:a="http://schemas.openxmlformats.org/drawingml/2006/main" noGrp="1"/>
          </p:cNvSpPr>
          <p:nvPr/>
        </p:nvSpPr>
        <p:spPr>
          <a:xfrm xmlns:a="http://schemas.openxmlformats.org/drawingml/2006/main">
            <a:off x="9357222" y="414770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30" name="">
            <a:extLst xmlns:a="http://schemas.openxmlformats.org/drawingml/2006/main">
              <a:ext uri="{FF2B5EF4-FFF2-40B4-BE49-F238E27FC236}">
                <a16:creationId xmlns:a16="http://schemas.microsoft.com/office/drawing/2014/main" id="{C25FDC0E-E173-4C95-A149-420A11FE5B4F}"/>
              </a:ext>
            </a:extLst>
          </p:cNvPr>
          <p:cNvSpPr>
            <a:spLocks xmlns:a="http://schemas.openxmlformats.org/drawingml/2006/main" noGrp="1"/>
          </p:cNvSpPr>
          <p:nvPr/>
        </p:nvSpPr>
        <p:spPr>
          <a:xfrm xmlns:a="http://schemas.openxmlformats.org/drawingml/2006/main">
            <a:off x="8716967" y="478243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31" name="">
            <a:extLst xmlns:a="http://schemas.openxmlformats.org/drawingml/2006/main">
              <a:ext uri="{FF2B5EF4-FFF2-40B4-BE49-F238E27FC236}">
                <a16:creationId xmlns:a16="http://schemas.microsoft.com/office/drawing/2014/main" id="{44A2C14B-3B24-466B-B2F1-1AC6D32B65FE}"/>
              </a:ext>
            </a:extLst>
          </p:cNvPr>
          <p:cNvSpPr>
            <a:spLocks xmlns:a="http://schemas.openxmlformats.org/drawingml/2006/main" noGrp="1"/>
          </p:cNvSpPr>
          <p:nvPr/>
        </p:nvSpPr>
        <p:spPr>
          <a:xfrm xmlns:a="http://schemas.openxmlformats.org/drawingml/2006/main">
            <a:off x="8710890" y="478126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32" name="">
            <a:extLst xmlns:a="http://schemas.openxmlformats.org/drawingml/2006/main">
              <a:ext uri="{FF2B5EF4-FFF2-40B4-BE49-F238E27FC236}">
                <a16:creationId xmlns:a16="http://schemas.microsoft.com/office/drawing/2014/main" id="{6B5C8AAF-40EE-42CC-9407-78D847BD0C1B}"/>
              </a:ext>
            </a:extLst>
          </p:cNvPr>
          <p:cNvSpPr>
            <a:spLocks xmlns:a="http://schemas.openxmlformats.org/drawingml/2006/main" noGrp="1"/>
          </p:cNvSpPr>
          <p:nvPr/>
        </p:nvSpPr>
        <p:spPr>
          <a:xfrm xmlns:a="http://schemas.openxmlformats.org/drawingml/2006/main">
            <a:off x="10213509" y="356513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33" name="">
            <a:extLst xmlns:a="http://schemas.openxmlformats.org/drawingml/2006/main">
              <a:ext uri="{FF2B5EF4-FFF2-40B4-BE49-F238E27FC236}">
                <a16:creationId xmlns:a16="http://schemas.microsoft.com/office/drawing/2014/main" id="{E0DBC48B-A845-4670-B37D-FADC5D4E7DC9}"/>
              </a:ext>
            </a:extLst>
          </p:cNvPr>
          <p:cNvSpPr>
            <a:spLocks xmlns:a="http://schemas.openxmlformats.org/drawingml/2006/main" noGrp="1"/>
          </p:cNvSpPr>
          <p:nvPr/>
        </p:nvSpPr>
        <p:spPr>
          <a:xfrm xmlns:a="http://schemas.openxmlformats.org/drawingml/2006/main">
            <a:off x="8695152" y="479980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34" name="">
            <a:extLst xmlns:a="http://schemas.openxmlformats.org/drawingml/2006/main">
              <a:ext uri="{FF2B5EF4-FFF2-40B4-BE49-F238E27FC236}">
                <a16:creationId xmlns:a16="http://schemas.microsoft.com/office/drawing/2014/main" id="{83251987-CC23-4315-8563-1E945E638C32}"/>
              </a:ext>
            </a:extLst>
          </p:cNvPr>
          <p:cNvSpPr>
            <a:spLocks xmlns:a="http://schemas.openxmlformats.org/drawingml/2006/main" noGrp="1"/>
          </p:cNvSpPr>
          <p:nvPr/>
        </p:nvSpPr>
        <p:spPr>
          <a:xfrm xmlns:a="http://schemas.openxmlformats.org/drawingml/2006/main">
            <a:off x="9325088" y="416123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35" name="">
            <a:extLst xmlns:a="http://schemas.openxmlformats.org/drawingml/2006/main">
              <a:ext uri="{FF2B5EF4-FFF2-40B4-BE49-F238E27FC236}">
                <a16:creationId xmlns:a16="http://schemas.microsoft.com/office/drawing/2014/main" id="{D2FE88F4-39F3-43E2-9E0D-1D177FD7F6F3}"/>
              </a:ext>
            </a:extLst>
          </p:cNvPr>
          <p:cNvSpPr>
            <a:spLocks xmlns:a="http://schemas.openxmlformats.org/drawingml/2006/main" noGrp="1"/>
          </p:cNvSpPr>
          <p:nvPr/>
        </p:nvSpPr>
        <p:spPr>
          <a:xfrm xmlns:a="http://schemas.openxmlformats.org/drawingml/2006/main">
            <a:off x="8700841" y="478357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36" name="">
            <a:extLst xmlns:a="http://schemas.openxmlformats.org/drawingml/2006/main">
              <a:ext uri="{FF2B5EF4-FFF2-40B4-BE49-F238E27FC236}">
                <a16:creationId xmlns:a16="http://schemas.microsoft.com/office/drawing/2014/main" id="{95CA9AB5-A1F3-4291-846C-7206A92ED62D}"/>
              </a:ext>
            </a:extLst>
          </p:cNvPr>
          <p:cNvSpPr>
            <a:spLocks xmlns:a="http://schemas.openxmlformats.org/drawingml/2006/main" noGrp="1"/>
          </p:cNvSpPr>
          <p:nvPr/>
        </p:nvSpPr>
        <p:spPr>
          <a:xfrm xmlns:a="http://schemas.openxmlformats.org/drawingml/2006/main">
            <a:off x="8706672" y="478008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37" name="">
            <a:extLst xmlns:a="http://schemas.openxmlformats.org/drawingml/2006/main">
              <a:ext uri="{FF2B5EF4-FFF2-40B4-BE49-F238E27FC236}">
                <a16:creationId xmlns:a16="http://schemas.microsoft.com/office/drawing/2014/main" id="{C4A7D515-573F-4487-89FA-E067A1A47408}"/>
              </a:ext>
            </a:extLst>
          </p:cNvPr>
          <p:cNvSpPr>
            <a:spLocks xmlns:a="http://schemas.openxmlformats.org/drawingml/2006/main" noGrp="1"/>
          </p:cNvSpPr>
          <p:nvPr/>
        </p:nvSpPr>
        <p:spPr>
          <a:xfrm xmlns:a="http://schemas.openxmlformats.org/drawingml/2006/main">
            <a:off x="8705368" y="478847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38" name="">
            <a:extLst xmlns:a="http://schemas.openxmlformats.org/drawingml/2006/main">
              <a:ext uri="{FF2B5EF4-FFF2-40B4-BE49-F238E27FC236}">
                <a16:creationId xmlns:a16="http://schemas.microsoft.com/office/drawing/2014/main" id="{D34D03D7-FCDF-42BC-AFFE-69817488B206}"/>
              </a:ext>
            </a:extLst>
          </p:cNvPr>
          <p:cNvSpPr>
            <a:spLocks xmlns:a="http://schemas.openxmlformats.org/drawingml/2006/main" noGrp="1"/>
          </p:cNvSpPr>
          <p:nvPr/>
        </p:nvSpPr>
        <p:spPr>
          <a:xfrm xmlns:a="http://schemas.openxmlformats.org/drawingml/2006/main">
            <a:off x="8706112" y="478309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39" name="">
            <a:extLst xmlns:a="http://schemas.openxmlformats.org/drawingml/2006/main">
              <a:ext uri="{FF2B5EF4-FFF2-40B4-BE49-F238E27FC236}">
                <a16:creationId xmlns:a16="http://schemas.microsoft.com/office/drawing/2014/main" id="{DAF405FB-779A-48CB-919E-F946725809A1}"/>
              </a:ext>
            </a:extLst>
          </p:cNvPr>
          <p:cNvSpPr>
            <a:spLocks xmlns:a="http://schemas.openxmlformats.org/drawingml/2006/main" noGrp="1"/>
          </p:cNvSpPr>
          <p:nvPr/>
        </p:nvSpPr>
        <p:spPr>
          <a:xfrm xmlns:a="http://schemas.openxmlformats.org/drawingml/2006/main">
            <a:off x="8688354" y="477023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40" name="">
            <a:extLst xmlns:a="http://schemas.openxmlformats.org/drawingml/2006/main">
              <a:ext uri="{FF2B5EF4-FFF2-40B4-BE49-F238E27FC236}">
                <a16:creationId xmlns:a16="http://schemas.microsoft.com/office/drawing/2014/main" id="{E0175D45-0E23-459D-B9F3-106696A77107}"/>
              </a:ext>
            </a:extLst>
          </p:cNvPr>
          <p:cNvSpPr>
            <a:spLocks xmlns:a="http://schemas.openxmlformats.org/drawingml/2006/main" noGrp="1"/>
          </p:cNvSpPr>
          <p:nvPr/>
        </p:nvSpPr>
        <p:spPr>
          <a:xfrm xmlns:a="http://schemas.openxmlformats.org/drawingml/2006/main">
            <a:off x="8944196" y="445267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41" name="">
            <a:extLst xmlns:a="http://schemas.openxmlformats.org/drawingml/2006/main">
              <a:ext uri="{FF2B5EF4-FFF2-40B4-BE49-F238E27FC236}">
                <a16:creationId xmlns:a16="http://schemas.microsoft.com/office/drawing/2014/main" id="{37259DC6-1A5C-43A3-9DC1-55070A8955A7}"/>
              </a:ext>
            </a:extLst>
          </p:cNvPr>
          <p:cNvSpPr>
            <a:spLocks xmlns:a="http://schemas.openxmlformats.org/drawingml/2006/main" noGrp="1"/>
          </p:cNvSpPr>
          <p:nvPr/>
        </p:nvSpPr>
        <p:spPr>
          <a:xfrm xmlns:a="http://schemas.openxmlformats.org/drawingml/2006/main">
            <a:off x="9659697" y="421589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42" name="">
            <a:extLst xmlns:a="http://schemas.openxmlformats.org/drawingml/2006/main">
              <a:ext uri="{FF2B5EF4-FFF2-40B4-BE49-F238E27FC236}">
                <a16:creationId xmlns:a16="http://schemas.microsoft.com/office/drawing/2014/main" id="{E76887AC-63D4-4B67-873E-C87982F83320}"/>
              </a:ext>
            </a:extLst>
          </p:cNvPr>
          <p:cNvSpPr>
            <a:spLocks xmlns:a="http://schemas.openxmlformats.org/drawingml/2006/main" noGrp="1"/>
          </p:cNvSpPr>
          <p:nvPr/>
        </p:nvSpPr>
        <p:spPr>
          <a:xfrm xmlns:a="http://schemas.openxmlformats.org/drawingml/2006/main">
            <a:off x="9169289" y="450171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43" name="">
            <a:extLst xmlns:a="http://schemas.openxmlformats.org/drawingml/2006/main">
              <a:ext uri="{FF2B5EF4-FFF2-40B4-BE49-F238E27FC236}">
                <a16:creationId xmlns:a16="http://schemas.microsoft.com/office/drawing/2014/main" id="{A6065CB5-6B8B-43BF-BB73-8EA24B6EF396}"/>
              </a:ext>
            </a:extLst>
          </p:cNvPr>
          <p:cNvSpPr>
            <a:spLocks xmlns:a="http://schemas.openxmlformats.org/drawingml/2006/main" noGrp="1"/>
          </p:cNvSpPr>
          <p:nvPr/>
        </p:nvSpPr>
        <p:spPr>
          <a:xfrm xmlns:a="http://schemas.openxmlformats.org/drawingml/2006/main">
            <a:off x="10287401" y="360497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44" name="">
            <a:extLst xmlns:a="http://schemas.openxmlformats.org/drawingml/2006/main">
              <a:ext uri="{FF2B5EF4-FFF2-40B4-BE49-F238E27FC236}">
                <a16:creationId xmlns:a16="http://schemas.microsoft.com/office/drawing/2014/main" id="{B4AAA842-13AA-4828-82EA-D493AFE06C67}"/>
              </a:ext>
            </a:extLst>
          </p:cNvPr>
          <p:cNvSpPr>
            <a:spLocks xmlns:a="http://schemas.openxmlformats.org/drawingml/2006/main" noGrp="1"/>
          </p:cNvSpPr>
          <p:nvPr/>
        </p:nvSpPr>
        <p:spPr>
          <a:xfrm xmlns:a="http://schemas.openxmlformats.org/drawingml/2006/main">
            <a:off x="8681085" y="475191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45" name="">
            <a:extLst xmlns:a="http://schemas.openxmlformats.org/drawingml/2006/main">
              <a:ext uri="{FF2B5EF4-FFF2-40B4-BE49-F238E27FC236}">
                <a16:creationId xmlns:a16="http://schemas.microsoft.com/office/drawing/2014/main" id="{BAA63410-48DA-4DE2-9664-2332690BBF52}"/>
              </a:ext>
            </a:extLst>
          </p:cNvPr>
          <p:cNvSpPr>
            <a:spLocks xmlns:a="http://schemas.openxmlformats.org/drawingml/2006/main" noGrp="1"/>
          </p:cNvSpPr>
          <p:nvPr/>
        </p:nvSpPr>
        <p:spPr>
          <a:xfrm xmlns:a="http://schemas.openxmlformats.org/drawingml/2006/main">
            <a:off x="10123334" y="357439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46" name="">
            <a:extLst xmlns:a="http://schemas.openxmlformats.org/drawingml/2006/main">
              <a:ext uri="{FF2B5EF4-FFF2-40B4-BE49-F238E27FC236}">
                <a16:creationId xmlns:a16="http://schemas.microsoft.com/office/drawing/2014/main" id="{E3C4FA2A-2F44-4EF0-921A-284666B24434}"/>
              </a:ext>
            </a:extLst>
          </p:cNvPr>
          <p:cNvSpPr>
            <a:spLocks xmlns:a="http://schemas.openxmlformats.org/drawingml/2006/main" noGrp="1"/>
          </p:cNvSpPr>
          <p:nvPr/>
        </p:nvSpPr>
        <p:spPr>
          <a:xfrm xmlns:a="http://schemas.openxmlformats.org/drawingml/2006/main">
            <a:off x="9529152" y="400595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47" name="">
            <a:extLst xmlns:a="http://schemas.openxmlformats.org/drawingml/2006/main">
              <a:ext uri="{FF2B5EF4-FFF2-40B4-BE49-F238E27FC236}">
                <a16:creationId xmlns:a16="http://schemas.microsoft.com/office/drawing/2014/main" id="{30949F46-1BB6-4D7E-883C-BCCF382B1721}"/>
              </a:ext>
            </a:extLst>
          </p:cNvPr>
          <p:cNvSpPr>
            <a:spLocks xmlns:a="http://schemas.openxmlformats.org/drawingml/2006/main" noGrp="1"/>
          </p:cNvSpPr>
          <p:nvPr/>
        </p:nvSpPr>
        <p:spPr>
          <a:xfrm xmlns:a="http://schemas.openxmlformats.org/drawingml/2006/main">
            <a:off x="8698485" y="477599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48" name="">
            <a:extLst xmlns:a="http://schemas.openxmlformats.org/drawingml/2006/main">
              <a:ext uri="{FF2B5EF4-FFF2-40B4-BE49-F238E27FC236}">
                <a16:creationId xmlns:a16="http://schemas.microsoft.com/office/drawing/2014/main" id="{111AEDA0-76C2-4035-AD7A-F4CD987C2258}"/>
              </a:ext>
            </a:extLst>
          </p:cNvPr>
          <p:cNvSpPr>
            <a:spLocks xmlns:a="http://schemas.openxmlformats.org/drawingml/2006/main" noGrp="1"/>
          </p:cNvSpPr>
          <p:nvPr/>
        </p:nvSpPr>
        <p:spPr>
          <a:xfrm xmlns:a="http://schemas.openxmlformats.org/drawingml/2006/main">
            <a:off x="8698899" y="478771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49" name="">
            <a:extLst xmlns:a="http://schemas.openxmlformats.org/drawingml/2006/main">
              <a:ext uri="{FF2B5EF4-FFF2-40B4-BE49-F238E27FC236}">
                <a16:creationId xmlns:a16="http://schemas.microsoft.com/office/drawing/2014/main" id="{505C25AF-32C9-4DD0-881B-51816C0041B0}"/>
              </a:ext>
            </a:extLst>
          </p:cNvPr>
          <p:cNvSpPr>
            <a:spLocks xmlns:a="http://schemas.openxmlformats.org/drawingml/2006/main" noGrp="1"/>
          </p:cNvSpPr>
          <p:nvPr/>
        </p:nvSpPr>
        <p:spPr>
          <a:xfrm xmlns:a="http://schemas.openxmlformats.org/drawingml/2006/main">
            <a:off x="10291261" y="350971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50" name="">
            <a:extLst xmlns:a="http://schemas.openxmlformats.org/drawingml/2006/main">
              <a:ext uri="{FF2B5EF4-FFF2-40B4-BE49-F238E27FC236}">
                <a16:creationId xmlns:a16="http://schemas.microsoft.com/office/drawing/2014/main" id="{E25DF356-EB2B-4384-90F9-CF2ECC90D20B}"/>
              </a:ext>
            </a:extLst>
          </p:cNvPr>
          <p:cNvSpPr>
            <a:spLocks xmlns:a="http://schemas.openxmlformats.org/drawingml/2006/main" noGrp="1"/>
          </p:cNvSpPr>
          <p:nvPr/>
        </p:nvSpPr>
        <p:spPr>
          <a:xfrm xmlns:a="http://schemas.openxmlformats.org/drawingml/2006/main">
            <a:off x="9008311" y="445379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51" name="">
            <a:extLst xmlns:a="http://schemas.openxmlformats.org/drawingml/2006/main">
              <a:ext uri="{FF2B5EF4-FFF2-40B4-BE49-F238E27FC236}">
                <a16:creationId xmlns:a16="http://schemas.microsoft.com/office/drawing/2014/main" id="{E9E7A6B3-6681-464E-AF3A-39B8B6ECDFF9}"/>
              </a:ext>
            </a:extLst>
          </p:cNvPr>
          <p:cNvSpPr>
            <a:spLocks xmlns:a="http://schemas.openxmlformats.org/drawingml/2006/main" noGrp="1"/>
          </p:cNvSpPr>
          <p:nvPr/>
        </p:nvSpPr>
        <p:spPr>
          <a:xfrm xmlns:a="http://schemas.openxmlformats.org/drawingml/2006/main">
            <a:off x="9417539" y="379201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52" name="">
            <a:extLst xmlns:a="http://schemas.openxmlformats.org/drawingml/2006/main">
              <a:ext uri="{FF2B5EF4-FFF2-40B4-BE49-F238E27FC236}">
                <a16:creationId xmlns:a16="http://schemas.microsoft.com/office/drawing/2014/main" id="{AB663C8F-2008-4119-9D54-6A4D961C3365}"/>
              </a:ext>
            </a:extLst>
          </p:cNvPr>
          <p:cNvSpPr>
            <a:spLocks xmlns:a="http://schemas.openxmlformats.org/drawingml/2006/main" noGrp="1"/>
          </p:cNvSpPr>
          <p:nvPr/>
        </p:nvSpPr>
        <p:spPr>
          <a:xfrm xmlns:a="http://schemas.openxmlformats.org/drawingml/2006/main">
            <a:off x="9888624" y="356236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53" name="">
            <a:extLst xmlns:a="http://schemas.openxmlformats.org/drawingml/2006/main">
              <a:ext uri="{FF2B5EF4-FFF2-40B4-BE49-F238E27FC236}">
                <a16:creationId xmlns:a16="http://schemas.microsoft.com/office/drawing/2014/main" id="{F941BE56-2A3E-4F6D-8A2F-08B23060AC1B}"/>
              </a:ext>
            </a:extLst>
          </p:cNvPr>
          <p:cNvSpPr>
            <a:spLocks xmlns:a="http://schemas.openxmlformats.org/drawingml/2006/main" noGrp="1"/>
          </p:cNvSpPr>
          <p:nvPr/>
        </p:nvSpPr>
        <p:spPr>
          <a:xfrm xmlns:a="http://schemas.openxmlformats.org/drawingml/2006/main">
            <a:off x="10248002" y="34825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54" name="">
            <a:extLst xmlns:a="http://schemas.openxmlformats.org/drawingml/2006/main">
              <a:ext uri="{FF2B5EF4-FFF2-40B4-BE49-F238E27FC236}">
                <a16:creationId xmlns:a16="http://schemas.microsoft.com/office/drawing/2014/main" id="{A039D612-BD57-4988-98D7-E26C2EDA7CAA}"/>
              </a:ext>
            </a:extLst>
          </p:cNvPr>
          <p:cNvSpPr>
            <a:spLocks xmlns:a="http://schemas.openxmlformats.org/drawingml/2006/main" noGrp="1"/>
          </p:cNvSpPr>
          <p:nvPr/>
        </p:nvSpPr>
        <p:spPr>
          <a:xfrm xmlns:a="http://schemas.openxmlformats.org/drawingml/2006/main">
            <a:off x="10886095" y="423448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55" name="">
            <a:extLst xmlns:a="http://schemas.openxmlformats.org/drawingml/2006/main">
              <a:ext uri="{FF2B5EF4-FFF2-40B4-BE49-F238E27FC236}">
                <a16:creationId xmlns:a16="http://schemas.microsoft.com/office/drawing/2014/main" id="{EE72FCD8-BD20-41B0-92A4-DF732E222A51}"/>
              </a:ext>
            </a:extLst>
          </p:cNvPr>
          <p:cNvSpPr>
            <a:spLocks xmlns:a="http://schemas.openxmlformats.org/drawingml/2006/main" noGrp="1"/>
          </p:cNvSpPr>
          <p:nvPr/>
        </p:nvSpPr>
        <p:spPr>
          <a:xfrm xmlns:a="http://schemas.openxmlformats.org/drawingml/2006/main">
            <a:off x="10374077" y="341981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56" name="">
            <a:extLst xmlns:a="http://schemas.openxmlformats.org/drawingml/2006/main">
              <a:ext uri="{FF2B5EF4-FFF2-40B4-BE49-F238E27FC236}">
                <a16:creationId xmlns:a16="http://schemas.microsoft.com/office/drawing/2014/main" id="{1A4F23D9-A595-45CD-BC63-4256AAE99BF0}"/>
              </a:ext>
            </a:extLst>
          </p:cNvPr>
          <p:cNvSpPr>
            <a:spLocks xmlns:a="http://schemas.openxmlformats.org/drawingml/2006/main" noGrp="1"/>
          </p:cNvSpPr>
          <p:nvPr/>
        </p:nvSpPr>
        <p:spPr>
          <a:xfrm xmlns:a="http://schemas.openxmlformats.org/drawingml/2006/main">
            <a:off x="8988761" y="443715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57" name="">
            <a:extLst xmlns:a="http://schemas.openxmlformats.org/drawingml/2006/main">
              <a:ext uri="{FF2B5EF4-FFF2-40B4-BE49-F238E27FC236}">
                <a16:creationId xmlns:a16="http://schemas.microsoft.com/office/drawing/2014/main" id="{0A3A7911-82CC-4011-A20D-5D7732C17364}"/>
              </a:ext>
            </a:extLst>
          </p:cNvPr>
          <p:cNvSpPr>
            <a:spLocks xmlns:a="http://schemas.openxmlformats.org/drawingml/2006/main" noGrp="1"/>
          </p:cNvSpPr>
          <p:nvPr/>
        </p:nvSpPr>
        <p:spPr>
          <a:xfrm xmlns:a="http://schemas.openxmlformats.org/drawingml/2006/main">
            <a:off x="10294706" y="32227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58" name="">
            <a:extLst xmlns:a="http://schemas.openxmlformats.org/drawingml/2006/main">
              <a:ext uri="{FF2B5EF4-FFF2-40B4-BE49-F238E27FC236}">
                <a16:creationId xmlns:a16="http://schemas.microsoft.com/office/drawing/2014/main" id="{2ACBF0CB-D34E-430A-8F17-3360F9B13424}"/>
              </a:ext>
            </a:extLst>
          </p:cNvPr>
          <p:cNvSpPr>
            <a:spLocks xmlns:a="http://schemas.openxmlformats.org/drawingml/2006/main" noGrp="1"/>
          </p:cNvSpPr>
          <p:nvPr/>
        </p:nvSpPr>
        <p:spPr>
          <a:xfrm xmlns:a="http://schemas.openxmlformats.org/drawingml/2006/main">
            <a:off x="10231060" y="353164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59" name="">
            <a:extLst xmlns:a="http://schemas.openxmlformats.org/drawingml/2006/main">
              <a:ext uri="{FF2B5EF4-FFF2-40B4-BE49-F238E27FC236}">
                <a16:creationId xmlns:a16="http://schemas.microsoft.com/office/drawing/2014/main" id="{AE0B311D-9F82-4280-B9D5-CD43DC63DC52}"/>
              </a:ext>
            </a:extLst>
          </p:cNvPr>
          <p:cNvSpPr>
            <a:spLocks xmlns:a="http://schemas.openxmlformats.org/drawingml/2006/main" noGrp="1"/>
          </p:cNvSpPr>
          <p:nvPr/>
        </p:nvSpPr>
        <p:spPr>
          <a:xfrm xmlns:a="http://schemas.openxmlformats.org/drawingml/2006/main">
            <a:off x="10299050" y="36696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60" name="">
            <a:extLst xmlns:a="http://schemas.openxmlformats.org/drawingml/2006/main">
              <a:ext uri="{FF2B5EF4-FFF2-40B4-BE49-F238E27FC236}">
                <a16:creationId xmlns:a16="http://schemas.microsoft.com/office/drawing/2014/main" id="{81B5CCCB-6509-4BE0-BE0B-FE7E434B0577}"/>
              </a:ext>
            </a:extLst>
          </p:cNvPr>
          <p:cNvSpPr>
            <a:spLocks xmlns:a="http://schemas.openxmlformats.org/drawingml/2006/main" noGrp="1"/>
          </p:cNvSpPr>
          <p:nvPr/>
        </p:nvSpPr>
        <p:spPr>
          <a:xfrm xmlns:a="http://schemas.openxmlformats.org/drawingml/2006/main">
            <a:off x="8976505" y="443690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61" name="">
            <a:extLst xmlns:a="http://schemas.openxmlformats.org/drawingml/2006/main">
              <a:ext uri="{FF2B5EF4-FFF2-40B4-BE49-F238E27FC236}">
                <a16:creationId xmlns:a16="http://schemas.microsoft.com/office/drawing/2014/main" id="{18751E01-2A2B-4E32-BAB1-602AE832820D}"/>
              </a:ext>
            </a:extLst>
          </p:cNvPr>
          <p:cNvSpPr>
            <a:spLocks xmlns:a="http://schemas.openxmlformats.org/drawingml/2006/main" noGrp="1"/>
          </p:cNvSpPr>
          <p:nvPr/>
        </p:nvSpPr>
        <p:spPr>
          <a:xfrm xmlns:a="http://schemas.openxmlformats.org/drawingml/2006/main">
            <a:off x="9661233" y="340352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62" name="">
            <a:extLst xmlns:a="http://schemas.openxmlformats.org/drawingml/2006/main">
              <a:ext uri="{FF2B5EF4-FFF2-40B4-BE49-F238E27FC236}">
                <a16:creationId xmlns:a16="http://schemas.microsoft.com/office/drawing/2014/main" id="{910496F7-BE10-4236-98A8-3ACEFF199F84}"/>
              </a:ext>
            </a:extLst>
          </p:cNvPr>
          <p:cNvSpPr>
            <a:spLocks xmlns:a="http://schemas.openxmlformats.org/drawingml/2006/main" noGrp="1"/>
          </p:cNvSpPr>
          <p:nvPr/>
        </p:nvSpPr>
        <p:spPr>
          <a:xfrm xmlns:a="http://schemas.openxmlformats.org/drawingml/2006/main">
            <a:off x="10078013" y="38892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63" name="">
            <a:extLst xmlns:a="http://schemas.openxmlformats.org/drawingml/2006/main">
              <a:ext uri="{FF2B5EF4-FFF2-40B4-BE49-F238E27FC236}">
                <a16:creationId xmlns:a16="http://schemas.microsoft.com/office/drawing/2014/main" id="{2FCA4C41-23CA-4C39-BD30-A96E4A7E8367}"/>
              </a:ext>
            </a:extLst>
          </p:cNvPr>
          <p:cNvSpPr>
            <a:spLocks xmlns:a="http://schemas.openxmlformats.org/drawingml/2006/main" noGrp="1"/>
          </p:cNvSpPr>
          <p:nvPr/>
        </p:nvSpPr>
        <p:spPr>
          <a:xfrm xmlns:a="http://schemas.openxmlformats.org/drawingml/2006/main">
            <a:off x="8753363" y="436112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64" name="">
            <a:extLst xmlns:a="http://schemas.openxmlformats.org/drawingml/2006/main">
              <a:ext uri="{FF2B5EF4-FFF2-40B4-BE49-F238E27FC236}">
                <a16:creationId xmlns:a16="http://schemas.microsoft.com/office/drawing/2014/main" id="{E28C3B93-4E8B-4D50-965A-B8649F6B1E18}"/>
              </a:ext>
            </a:extLst>
          </p:cNvPr>
          <p:cNvSpPr>
            <a:spLocks xmlns:a="http://schemas.openxmlformats.org/drawingml/2006/main" noGrp="1"/>
          </p:cNvSpPr>
          <p:nvPr/>
        </p:nvSpPr>
        <p:spPr>
          <a:xfrm xmlns:a="http://schemas.openxmlformats.org/drawingml/2006/main">
            <a:off x="9793856" y="427934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65" name="">
            <a:extLst xmlns:a="http://schemas.openxmlformats.org/drawingml/2006/main">
              <a:ext uri="{FF2B5EF4-FFF2-40B4-BE49-F238E27FC236}">
                <a16:creationId xmlns:a16="http://schemas.microsoft.com/office/drawing/2014/main" id="{0C82ED57-48DC-48B7-859B-CD973E37E646}"/>
              </a:ext>
            </a:extLst>
          </p:cNvPr>
          <p:cNvSpPr>
            <a:spLocks xmlns:a="http://schemas.openxmlformats.org/drawingml/2006/main" noGrp="1"/>
          </p:cNvSpPr>
          <p:nvPr/>
        </p:nvSpPr>
        <p:spPr>
          <a:xfrm xmlns:a="http://schemas.openxmlformats.org/drawingml/2006/main">
            <a:off x="10558153" y="346639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66" name="">
            <a:extLst xmlns:a="http://schemas.openxmlformats.org/drawingml/2006/main">
              <a:ext uri="{FF2B5EF4-FFF2-40B4-BE49-F238E27FC236}">
                <a16:creationId xmlns:a16="http://schemas.microsoft.com/office/drawing/2014/main" id="{6F486497-FFD3-4F58-AEC6-F5301F64B693}"/>
              </a:ext>
            </a:extLst>
          </p:cNvPr>
          <p:cNvSpPr>
            <a:spLocks xmlns:a="http://schemas.openxmlformats.org/drawingml/2006/main" noGrp="1"/>
          </p:cNvSpPr>
          <p:nvPr/>
        </p:nvSpPr>
        <p:spPr>
          <a:xfrm xmlns:a="http://schemas.openxmlformats.org/drawingml/2006/main">
            <a:off x="9755025" y="337243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67" name="">
            <a:extLst xmlns:a="http://schemas.openxmlformats.org/drawingml/2006/main">
              <a:ext uri="{FF2B5EF4-FFF2-40B4-BE49-F238E27FC236}">
                <a16:creationId xmlns:a16="http://schemas.microsoft.com/office/drawing/2014/main" id="{23E57480-51B9-4EDD-BF1E-9C4CA4970FAB}"/>
              </a:ext>
            </a:extLst>
          </p:cNvPr>
          <p:cNvSpPr>
            <a:spLocks xmlns:a="http://schemas.openxmlformats.org/drawingml/2006/main" noGrp="1"/>
          </p:cNvSpPr>
          <p:nvPr/>
        </p:nvSpPr>
        <p:spPr>
          <a:xfrm xmlns:a="http://schemas.openxmlformats.org/drawingml/2006/main">
            <a:off x="10084780" y="345715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68" name="">
            <a:extLst xmlns:a="http://schemas.openxmlformats.org/drawingml/2006/main">
              <a:ext uri="{FF2B5EF4-FFF2-40B4-BE49-F238E27FC236}">
                <a16:creationId xmlns:a16="http://schemas.microsoft.com/office/drawing/2014/main" id="{27FC39BC-90AE-4F38-A99D-A231BC44D870}"/>
              </a:ext>
            </a:extLst>
          </p:cNvPr>
          <p:cNvSpPr>
            <a:spLocks xmlns:a="http://schemas.openxmlformats.org/drawingml/2006/main" noGrp="1"/>
          </p:cNvSpPr>
          <p:nvPr/>
        </p:nvSpPr>
        <p:spPr>
          <a:xfrm xmlns:a="http://schemas.openxmlformats.org/drawingml/2006/main">
            <a:off x="9469245" y="357110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69" name="">
            <a:extLst xmlns:a="http://schemas.openxmlformats.org/drawingml/2006/main">
              <a:ext uri="{FF2B5EF4-FFF2-40B4-BE49-F238E27FC236}">
                <a16:creationId xmlns:a16="http://schemas.microsoft.com/office/drawing/2014/main" id="{55FBF912-64B3-407B-A438-7523D1BC6E81}"/>
              </a:ext>
            </a:extLst>
          </p:cNvPr>
          <p:cNvSpPr>
            <a:spLocks xmlns:a="http://schemas.openxmlformats.org/drawingml/2006/main" noGrp="1"/>
          </p:cNvSpPr>
          <p:nvPr/>
        </p:nvSpPr>
        <p:spPr>
          <a:xfrm xmlns:a="http://schemas.openxmlformats.org/drawingml/2006/main">
            <a:off x="9620765" y="386055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70" name="">
            <a:extLst xmlns:a="http://schemas.openxmlformats.org/drawingml/2006/main">
              <a:ext uri="{FF2B5EF4-FFF2-40B4-BE49-F238E27FC236}">
                <a16:creationId xmlns:a16="http://schemas.microsoft.com/office/drawing/2014/main" id="{37F9438C-F683-41CA-8DB4-E81760860A24}"/>
              </a:ext>
            </a:extLst>
          </p:cNvPr>
          <p:cNvSpPr>
            <a:spLocks xmlns:a="http://schemas.openxmlformats.org/drawingml/2006/main" noGrp="1"/>
          </p:cNvSpPr>
          <p:nvPr/>
        </p:nvSpPr>
        <p:spPr>
          <a:xfrm xmlns:a="http://schemas.openxmlformats.org/drawingml/2006/main">
            <a:off x="10044774" y="359008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71" name="">
            <a:extLst xmlns:a="http://schemas.openxmlformats.org/drawingml/2006/main">
              <a:ext uri="{FF2B5EF4-FFF2-40B4-BE49-F238E27FC236}">
                <a16:creationId xmlns:a16="http://schemas.microsoft.com/office/drawing/2014/main" id="{1B045A75-851F-46B1-8AC4-7C0AB35E9347}"/>
              </a:ext>
            </a:extLst>
          </p:cNvPr>
          <p:cNvSpPr>
            <a:spLocks xmlns:a="http://schemas.openxmlformats.org/drawingml/2006/main" noGrp="1"/>
          </p:cNvSpPr>
          <p:nvPr/>
        </p:nvSpPr>
        <p:spPr>
          <a:xfrm xmlns:a="http://schemas.openxmlformats.org/drawingml/2006/main">
            <a:off x="10240275" y="389811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72" name="">
            <a:extLst xmlns:a="http://schemas.openxmlformats.org/drawingml/2006/main">
              <a:ext uri="{FF2B5EF4-FFF2-40B4-BE49-F238E27FC236}">
                <a16:creationId xmlns:a16="http://schemas.microsoft.com/office/drawing/2014/main" id="{0F348AAF-7A38-4890-AE15-84AA9A52E9DF}"/>
              </a:ext>
            </a:extLst>
          </p:cNvPr>
          <p:cNvSpPr>
            <a:spLocks xmlns:a="http://schemas.openxmlformats.org/drawingml/2006/main" noGrp="1"/>
          </p:cNvSpPr>
          <p:nvPr/>
        </p:nvSpPr>
        <p:spPr>
          <a:xfrm xmlns:a="http://schemas.openxmlformats.org/drawingml/2006/main">
            <a:off x="10145385" y="352909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73" name="">
            <a:extLst xmlns:a="http://schemas.openxmlformats.org/drawingml/2006/main">
              <a:ext uri="{FF2B5EF4-FFF2-40B4-BE49-F238E27FC236}">
                <a16:creationId xmlns:a16="http://schemas.microsoft.com/office/drawing/2014/main" id="{8AB70932-51ED-4227-ABBD-715C16A7BBD2}"/>
              </a:ext>
            </a:extLst>
          </p:cNvPr>
          <p:cNvSpPr>
            <a:spLocks xmlns:a="http://schemas.openxmlformats.org/drawingml/2006/main" noGrp="1"/>
          </p:cNvSpPr>
          <p:nvPr/>
        </p:nvSpPr>
        <p:spPr>
          <a:xfrm xmlns:a="http://schemas.openxmlformats.org/drawingml/2006/main">
            <a:off x="10399668" y="481480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74" name="">
            <a:extLst xmlns:a="http://schemas.openxmlformats.org/drawingml/2006/main">
              <a:ext uri="{FF2B5EF4-FFF2-40B4-BE49-F238E27FC236}">
                <a16:creationId xmlns:a16="http://schemas.microsoft.com/office/drawing/2014/main" id="{A1CBBE2D-6FF0-477E-BF2A-2C728C85B3B6}"/>
              </a:ext>
            </a:extLst>
          </p:cNvPr>
          <p:cNvSpPr>
            <a:spLocks xmlns:a="http://schemas.openxmlformats.org/drawingml/2006/main" noGrp="1"/>
          </p:cNvSpPr>
          <p:nvPr/>
        </p:nvSpPr>
        <p:spPr>
          <a:xfrm xmlns:a="http://schemas.openxmlformats.org/drawingml/2006/main">
            <a:off x="10313679" y="320006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75" name="">
            <a:extLst xmlns:a="http://schemas.openxmlformats.org/drawingml/2006/main">
              <a:ext uri="{FF2B5EF4-FFF2-40B4-BE49-F238E27FC236}">
                <a16:creationId xmlns:a16="http://schemas.microsoft.com/office/drawing/2014/main" id="{9D0C9367-5041-48C5-B18C-0FB1583441D8}"/>
              </a:ext>
            </a:extLst>
          </p:cNvPr>
          <p:cNvSpPr>
            <a:spLocks xmlns:a="http://schemas.openxmlformats.org/drawingml/2006/main" noGrp="1"/>
          </p:cNvSpPr>
          <p:nvPr/>
        </p:nvSpPr>
        <p:spPr>
          <a:xfrm xmlns:a="http://schemas.openxmlformats.org/drawingml/2006/main">
            <a:off x="8924162" y="446101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76" name="">
            <a:extLst xmlns:a="http://schemas.openxmlformats.org/drawingml/2006/main">
              <a:ext uri="{FF2B5EF4-FFF2-40B4-BE49-F238E27FC236}">
                <a16:creationId xmlns:a16="http://schemas.microsoft.com/office/drawing/2014/main" id="{992478E3-D151-4DA9-82D1-502B2CE73AE1}"/>
              </a:ext>
            </a:extLst>
          </p:cNvPr>
          <p:cNvSpPr>
            <a:spLocks xmlns:a="http://schemas.openxmlformats.org/drawingml/2006/main" noGrp="1"/>
          </p:cNvSpPr>
          <p:nvPr/>
        </p:nvSpPr>
        <p:spPr>
          <a:xfrm xmlns:a="http://schemas.openxmlformats.org/drawingml/2006/main">
            <a:off x="10519868" y="512727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77" name="">
            <a:extLst xmlns:a="http://schemas.openxmlformats.org/drawingml/2006/main">
              <a:ext uri="{FF2B5EF4-FFF2-40B4-BE49-F238E27FC236}">
                <a16:creationId xmlns:a16="http://schemas.microsoft.com/office/drawing/2014/main" id="{9FD933D6-F43C-49F8-9546-9BF074574347}"/>
              </a:ext>
            </a:extLst>
          </p:cNvPr>
          <p:cNvSpPr>
            <a:spLocks xmlns:a="http://schemas.openxmlformats.org/drawingml/2006/main" noGrp="1"/>
          </p:cNvSpPr>
          <p:nvPr/>
        </p:nvSpPr>
        <p:spPr>
          <a:xfrm xmlns:a="http://schemas.openxmlformats.org/drawingml/2006/main">
            <a:off x="10548833" y="51662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78" name="">
            <a:extLst xmlns:a="http://schemas.openxmlformats.org/drawingml/2006/main">
              <a:ext uri="{FF2B5EF4-FFF2-40B4-BE49-F238E27FC236}">
                <a16:creationId xmlns:a16="http://schemas.microsoft.com/office/drawing/2014/main" id="{6921AB4C-B38D-4253-AE14-B5D9255FD2A7}"/>
              </a:ext>
            </a:extLst>
          </p:cNvPr>
          <p:cNvSpPr>
            <a:spLocks xmlns:a="http://schemas.openxmlformats.org/drawingml/2006/main" noGrp="1"/>
          </p:cNvSpPr>
          <p:nvPr/>
        </p:nvSpPr>
        <p:spPr>
          <a:xfrm xmlns:a="http://schemas.openxmlformats.org/drawingml/2006/main">
            <a:off x="10515674" y="515835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79" name="">
            <a:extLst xmlns:a="http://schemas.openxmlformats.org/drawingml/2006/main">
              <a:ext uri="{FF2B5EF4-FFF2-40B4-BE49-F238E27FC236}">
                <a16:creationId xmlns:a16="http://schemas.microsoft.com/office/drawing/2014/main" id="{CF076B6E-E047-426F-81BA-3FD900D94B88}"/>
              </a:ext>
            </a:extLst>
          </p:cNvPr>
          <p:cNvSpPr>
            <a:spLocks xmlns:a="http://schemas.openxmlformats.org/drawingml/2006/main" noGrp="1"/>
          </p:cNvSpPr>
          <p:nvPr/>
        </p:nvSpPr>
        <p:spPr>
          <a:xfrm xmlns:a="http://schemas.openxmlformats.org/drawingml/2006/main">
            <a:off x="10810318" y="426540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80" name="">
            <a:extLst xmlns:a="http://schemas.openxmlformats.org/drawingml/2006/main">
              <a:ext uri="{FF2B5EF4-FFF2-40B4-BE49-F238E27FC236}">
                <a16:creationId xmlns:a16="http://schemas.microsoft.com/office/drawing/2014/main" id="{DEE94888-248A-4F97-AB84-443151A0A105}"/>
              </a:ext>
            </a:extLst>
          </p:cNvPr>
          <p:cNvSpPr>
            <a:spLocks xmlns:a="http://schemas.openxmlformats.org/drawingml/2006/main" noGrp="1"/>
          </p:cNvSpPr>
          <p:nvPr/>
        </p:nvSpPr>
        <p:spPr>
          <a:xfrm xmlns:a="http://schemas.openxmlformats.org/drawingml/2006/main">
            <a:off x="9212278" y="471473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81" name="">
            <a:extLst xmlns:a="http://schemas.openxmlformats.org/drawingml/2006/main">
              <a:ext uri="{FF2B5EF4-FFF2-40B4-BE49-F238E27FC236}">
                <a16:creationId xmlns:a16="http://schemas.microsoft.com/office/drawing/2014/main" id="{150171B6-F548-4AFE-B897-9D1D7E305110}"/>
              </a:ext>
            </a:extLst>
          </p:cNvPr>
          <p:cNvSpPr>
            <a:spLocks xmlns:a="http://schemas.openxmlformats.org/drawingml/2006/main" noGrp="1"/>
          </p:cNvSpPr>
          <p:nvPr/>
        </p:nvSpPr>
        <p:spPr>
          <a:xfrm xmlns:a="http://schemas.openxmlformats.org/drawingml/2006/main">
            <a:off x="8744192" y="453883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82" name="">
            <a:extLst xmlns:a="http://schemas.openxmlformats.org/drawingml/2006/main">
              <a:ext uri="{FF2B5EF4-FFF2-40B4-BE49-F238E27FC236}">
                <a16:creationId xmlns:a16="http://schemas.microsoft.com/office/drawing/2014/main" id="{395F7BB6-3B43-4029-9E22-C39D5C0395BF}"/>
              </a:ext>
            </a:extLst>
          </p:cNvPr>
          <p:cNvSpPr>
            <a:spLocks xmlns:a="http://schemas.openxmlformats.org/drawingml/2006/main" noGrp="1"/>
          </p:cNvSpPr>
          <p:nvPr/>
        </p:nvSpPr>
        <p:spPr>
          <a:xfrm xmlns:a="http://schemas.openxmlformats.org/drawingml/2006/main">
            <a:off x="10519466" y="512916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83" name="">
            <a:extLst xmlns:a="http://schemas.openxmlformats.org/drawingml/2006/main">
              <a:ext uri="{FF2B5EF4-FFF2-40B4-BE49-F238E27FC236}">
                <a16:creationId xmlns:a16="http://schemas.microsoft.com/office/drawing/2014/main" id="{BB26412E-2CD7-4CF3-A4B3-314DA4ACABE7}"/>
              </a:ext>
            </a:extLst>
          </p:cNvPr>
          <p:cNvSpPr>
            <a:spLocks xmlns:a="http://schemas.openxmlformats.org/drawingml/2006/main" noGrp="1"/>
          </p:cNvSpPr>
          <p:nvPr/>
        </p:nvSpPr>
        <p:spPr>
          <a:xfrm xmlns:a="http://schemas.openxmlformats.org/drawingml/2006/main">
            <a:off x="9010348" y="440686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84" name="">
            <a:extLst xmlns:a="http://schemas.openxmlformats.org/drawingml/2006/main">
              <a:ext uri="{FF2B5EF4-FFF2-40B4-BE49-F238E27FC236}">
                <a16:creationId xmlns:a16="http://schemas.microsoft.com/office/drawing/2014/main" id="{5BC8FA28-B2FE-4D62-9C61-0EC37EE9B25C}"/>
              </a:ext>
            </a:extLst>
          </p:cNvPr>
          <p:cNvSpPr>
            <a:spLocks xmlns:a="http://schemas.openxmlformats.org/drawingml/2006/main" noGrp="1"/>
          </p:cNvSpPr>
          <p:nvPr/>
        </p:nvSpPr>
        <p:spPr>
          <a:xfrm xmlns:a="http://schemas.openxmlformats.org/drawingml/2006/main">
            <a:off x="10520882" y="514161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85" name="">
            <a:extLst xmlns:a="http://schemas.openxmlformats.org/drawingml/2006/main">
              <a:ext uri="{FF2B5EF4-FFF2-40B4-BE49-F238E27FC236}">
                <a16:creationId xmlns:a16="http://schemas.microsoft.com/office/drawing/2014/main" id="{01A58489-8B52-4079-B370-1DA379E2AE57}"/>
              </a:ext>
            </a:extLst>
          </p:cNvPr>
          <p:cNvSpPr>
            <a:spLocks xmlns:a="http://schemas.openxmlformats.org/drawingml/2006/main" noGrp="1"/>
          </p:cNvSpPr>
          <p:nvPr/>
        </p:nvSpPr>
        <p:spPr>
          <a:xfrm xmlns:a="http://schemas.openxmlformats.org/drawingml/2006/main">
            <a:off x="10259033" y="380688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86" name="">
            <a:extLst xmlns:a="http://schemas.openxmlformats.org/drawingml/2006/main">
              <a:ext uri="{FF2B5EF4-FFF2-40B4-BE49-F238E27FC236}">
                <a16:creationId xmlns:a16="http://schemas.microsoft.com/office/drawing/2014/main" id="{3EEFBED7-A3FD-4527-8C69-C2570BA8E9F2}"/>
              </a:ext>
            </a:extLst>
          </p:cNvPr>
          <p:cNvSpPr>
            <a:spLocks xmlns:a="http://schemas.openxmlformats.org/drawingml/2006/main" noGrp="1"/>
          </p:cNvSpPr>
          <p:nvPr/>
        </p:nvSpPr>
        <p:spPr>
          <a:xfrm xmlns:a="http://schemas.openxmlformats.org/drawingml/2006/main">
            <a:off x="9642474" y="340632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87" name="">
            <a:extLst xmlns:a="http://schemas.openxmlformats.org/drawingml/2006/main">
              <a:ext uri="{FF2B5EF4-FFF2-40B4-BE49-F238E27FC236}">
                <a16:creationId xmlns:a16="http://schemas.microsoft.com/office/drawing/2014/main" id="{55F8AE49-3F3D-4CAF-BB3B-D9037AE51A36}"/>
              </a:ext>
            </a:extLst>
          </p:cNvPr>
          <p:cNvSpPr>
            <a:spLocks xmlns:a="http://schemas.openxmlformats.org/drawingml/2006/main" noGrp="1"/>
          </p:cNvSpPr>
          <p:nvPr/>
        </p:nvSpPr>
        <p:spPr>
          <a:xfrm xmlns:a="http://schemas.openxmlformats.org/drawingml/2006/main">
            <a:off x="10543394" y="516147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88" name="">
            <a:extLst xmlns:a="http://schemas.openxmlformats.org/drawingml/2006/main">
              <a:ext uri="{FF2B5EF4-FFF2-40B4-BE49-F238E27FC236}">
                <a16:creationId xmlns:a16="http://schemas.microsoft.com/office/drawing/2014/main" id="{CDBF868D-6B11-4293-970E-9D1FD5CC99F7}"/>
              </a:ext>
            </a:extLst>
          </p:cNvPr>
          <p:cNvSpPr>
            <a:spLocks xmlns:a="http://schemas.openxmlformats.org/drawingml/2006/main" noGrp="1"/>
          </p:cNvSpPr>
          <p:nvPr/>
        </p:nvSpPr>
        <p:spPr>
          <a:xfrm xmlns:a="http://schemas.openxmlformats.org/drawingml/2006/main">
            <a:off x="10175844" y="366217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89" name="">
            <a:extLst xmlns:a="http://schemas.openxmlformats.org/drawingml/2006/main">
              <a:ext uri="{FF2B5EF4-FFF2-40B4-BE49-F238E27FC236}">
                <a16:creationId xmlns:a16="http://schemas.microsoft.com/office/drawing/2014/main" id="{0B1DC731-22F9-41AF-BE67-DA6CBA454165}"/>
              </a:ext>
            </a:extLst>
          </p:cNvPr>
          <p:cNvSpPr>
            <a:spLocks xmlns:a="http://schemas.openxmlformats.org/drawingml/2006/main" noGrp="1"/>
          </p:cNvSpPr>
          <p:nvPr/>
        </p:nvSpPr>
        <p:spPr>
          <a:xfrm xmlns:a="http://schemas.openxmlformats.org/drawingml/2006/main">
            <a:off x="9601606" y="338065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90" name="">
            <a:extLst xmlns:a="http://schemas.openxmlformats.org/drawingml/2006/main">
              <a:ext uri="{FF2B5EF4-FFF2-40B4-BE49-F238E27FC236}">
                <a16:creationId xmlns:a16="http://schemas.microsoft.com/office/drawing/2014/main" id="{B3E53E0F-AC3A-40A0-B32A-B010421E4009}"/>
              </a:ext>
            </a:extLst>
          </p:cNvPr>
          <p:cNvSpPr>
            <a:spLocks xmlns:a="http://schemas.openxmlformats.org/drawingml/2006/main" noGrp="1"/>
          </p:cNvSpPr>
          <p:nvPr/>
        </p:nvSpPr>
        <p:spPr>
          <a:xfrm xmlns:a="http://schemas.openxmlformats.org/drawingml/2006/main">
            <a:off x="9007559" y="443741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91" name="">
            <a:extLst xmlns:a="http://schemas.openxmlformats.org/drawingml/2006/main">
              <a:ext uri="{FF2B5EF4-FFF2-40B4-BE49-F238E27FC236}">
                <a16:creationId xmlns:a16="http://schemas.microsoft.com/office/drawing/2014/main" id="{BC4E0246-59F0-4DC9-970E-C95EF9218F87}"/>
              </a:ext>
            </a:extLst>
          </p:cNvPr>
          <p:cNvSpPr>
            <a:spLocks xmlns:a="http://schemas.openxmlformats.org/drawingml/2006/main" noGrp="1"/>
          </p:cNvSpPr>
          <p:nvPr/>
        </p:nvSpPr>
        <p:spPr>
          <a:xfrm xmlns:a="http://schemas.openxmlformats.org/drawingml/2006/main">
            <a:off x="9541126" y="403159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92" name="">
            <a:extLst xmlns:a="http://schemas.openxmlformats.org/drawingml/2006/main">
              <a:ext uri="{FF2B5EF4-FFF2-40B4-BE49-F238E27FC236}">
                <a16:creationId xmlns:a16="http://schemas.microsoft.com/office/drawing/2014/main" id="{F1832014-004A-479C-8FA1-DC227E9FA376}"/>
              </a:ext>
            </a:extLst>
          </p:cNvPr>
          <p:cNvSpPr>
            <a:spLocks xmlns:a="http://schemas.openxmlformats.org/drawingml/2006/main" noGrp="1"/>
          </p:cNvSpPr>
          <p:nvPr/>
        </p:nvSpPr>
        <p:spPr>
          <a:xfrm xmlns:a="http://schemas.openxmlformats.org/drawingml/2006/main">
            <a:off x="9010348" y="444772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93" name="">
            <a:extLst xmlns:a="http://schemas.openxmlformats.org/drawingml/2006/main">
              <a:ext uri="{FF2B5EF4-FFF2-40B4-BE49-F238E27FC236}">
                <a16:creationId xmlns:a16="http://schemas.microsoft.com/office/drawing/2014/main" id="{EE9056B1-1C63-487A-8705-0E84CD60A513}"/>
              </a:ext>
            </a:extLst>
          </p:cNvPr>
          <p:cNvSpPr>
            <a:spLocks xmlns:a="http://schemas.openxmlformats.org/drawingml/2006/main" noGrp="1"/>
          </p:cNvSpPr>
          <p:nvPr/>
        </p:nvSpPr>
        <p:spPr>
          <a:xfrm xmlns:a="http://schemas.openxmlformats.org/drawingml/2006/main">
            <a:off x="9474618" y="475426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94" name="">
            <a:extLst xmlns:a="http://schemas.openxmlformats.org/drawingml/2006/main">
              <a:ext uri="{FF2B5EF4-FFF2-40B4-BE49-F238E27FC236}">
                <a16:creationId xmlns:a16="http://schemas.microsoft.com/office/drawing/2014/main" id="{C9B13B83-4BAA-4630-BC2D-B83E004D0DFF}"/>
              </a:ext>
            </a:extLst>
          </p:cNvPr>
          <p:cNvSpPr>
            <a:spLocks xmlns:a="http://schemas.openxmlformats.org/drawingml/2006/main" noGrp="1"/>
          </p:cNvSpPr>
          <p:nvPr/>
        </p:nvSpPr>
        <p:spPr>
          <a:xfrm xmlns:a="http://schemas.openxmlformats.org/drawingml/2006/main">
            <a:off x="10386422" y="481612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95" name="">
            <a:extLst xmlns:a="http://schemas.openxmlformats.org/drawingml/2006/main">
              <a:ext uri="{FF2B5EF4-FFF2-40B4-BE49-F238E27FC236}">
                <a16:creationId xmlns:a16="http://schemas.microsoft.com/office/drawing/2014/main" id="{C53CC1CB-317D-4E65-94CE-247ABA09133C}"/>
              </a:ext>
            </a:extLst>
          </p:cNvPr>
          <p:cNvSpPr>
            <a:spLocks xmlns:a="http://schemas.openxmlformats.org/drawingml/2006/main" noGrp="1"/>
          </p:cNvSpPr>
          <p:nvPr/>
        </p:nvSpPr>
        <p:spPr>
          <a:xfrm xmlns:a="http://schemas.openxmlformats.org/drawingml/2006/main">
            <a:off x="10707095" y="354835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96" name="">
            <a:extLst xmlns:a="http://schemas.openxmlformats.org/drawingml/2006/main">
              <a:ext uri="{FF2B5EF4-FFF2-40B4-BE49-F238E27FC236}">
                <a16:creationId xmlns:a16="http://schemas.microsoft.com/office/drawing/2014/main" id="{04CA58DA-28EA-43FD-BB13-CAECA83BBE00}"/>
              </a:ext>
            </a:extLst>
          </p:cNvPr>
          <p:cNvSpPr>
            <a:spLocks xmlns:a="http://schemas.openxmlformats.org/drawingml/2006/main" noGrp="1"/>
          </p:cNvSpPr>
          <p:nvPr/>
        </p:nvSpPr>
        <p:spPr>
          <a:xfrm xmlns:a="http://schemas.openxmlformats.org/drawingml/2006/main">
            <a:off x="10084309" y="390356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97" name="">
            <a:extLst xmlns:a="http://schemas.openxmlformats.org/drawingml/2006/main">
              <a:ext uri="{FF2B5EF4-FFF2-40B4-BE49-F238E27FC236}">
                <a16:creationId xmlns:a16="http://schemas.microsoft.com/office/drawing/2014/main" id="{ED7120F7-F5E9-4BD9-A1EC-8612C80F1E47}"/>
              </a:ext>
            </a:extLst>
          </p:cNvPr>
          <p:cNvSpPr>
            <a:spLocks xmlns:a="http://schemas.openxmlformats.org/drawingml/2006/main" noGrp="1"/>
          </p:cNvSpPr>
          <p:nvPr/>
        </p:nvSpPr>
        <p:spPr>
          <a:xfrm xmlns:a="http://schemas.openxmlformats.org/drawingml/2006/main">
            <a:off x="10868457" y="394532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98" name="">
            <a:extLst xmlns:a="http://schemas.openxmlformats.org/drawingml/2006/main">
              <a:ext uri="{FF2B5EF4-FFF2-40B4-BE49-F238E27FC236}">
                <a16:creationId xmlns:a16="http://schemas.microsoft.com/office/drawing/2014/main" id="{500FDF51-B25C-4B7D-B6C2-40437CEBB16C}"/>
              </a:ext>
            </a:extLst>
          </p:cNvPr>
          <p:cNvSpPr>
            <a:spLocks xmlns:a="http://schemas.openxmlformats.org/drawingml/2006/main" noGrp="1"/>
          </p:cNvSpPr>
          <p:nvPr/>
        </p:nvSpPr>
        <p:spPr>
          <a:xfrm xmlns:a="http://schemas.openxmlformats.org/drawingml/2006/main">
            <a:off x="9237590" y="393695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299" name="">
            <a:extLst xmlns:a="http://schemas.openxmlformats.org/drawingml/2006/main">
              <a:ext uri="{FF2B5EF4-FFF2-40B4-BE49-F238E27FC236}">
                <a16:creationId xmlns:a16="http://schemas.microsoft.com/office/drawing/2014/main" id="{4DFCAF3F-76A0-4F20-980D-0E4F0DAED0E2}"/>
              </a:ext>
            </a:extLst>
          </p:cNvPr>
          <p:cNvSpPr>
            <a:spLocks xmlns:a="http://schemas.openxmlformats.org/drawingml/2006/main" noGrp="1"/>
          </p:cNvSpPr>
          <p:nvPr/>
        </p:nvSpPr>
        <p:spPr>
          <a:xfrm xmlns:a="http://schemas.openxmlformats.org/drawingml/2006/main">
            <a:off x="10174524" y="353587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00" name="">
            <a:extLst xmlns:a="http://schemas.openxmlformats.org/drawingml/2006/main">
              <a:ext uri="{FF2B5EF4-FFF2-40B4-BE49-F238E27FC236}">
                <a16:creationId xmlns:a16="http://schemas.microsoft.com/office/drawing/2014/main" id="{D612ABC2-22FC-4985-B52C-6B2955079147}"/>
              </a:ext>
            </a:extLst>
          </p:cNvPr>
          <p:cNvSpPr>
            <a:spLocks xmlns:a="http://schemas.openxmlformats.org/drawingml/2006/main" noGrp="1"/>
          </p:cNvSpPr>
          <p:nvPr/>
        </p:nvSpPr>
        <p:spPr>
          <a:xfrm xmlns:a="http://schemas.openxmlformats.org/drawingml/2006/main">
            <a:off x="9183043" y="388948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01" name="">
            <a:extLst xmlns:a="http://schemas.openxmlformats.org/drawingml/2006/main">
              <a:ext uri="{FF2B5EF4-FFF2-40B4-BE49-F238E27FC236}">
                <a16:creationId xmlns:a16="http://schemas.microsoft.com/office/drawing/2014/main" id="{D0D4322C-6154-48A9-A377-3BA26F83A919}"/>
              </a:ext>
            </a:extLst>
          </p:cNvPr>
          <p:cNvSpPr>
            <a:spLocks xmlns:a="http://schemas.openxmlformats.org/drawingml/2006/main" noGrp="1"/>
          </p:cNvSpPr>
          <p:nvPr/>
        </p:nvSpPr>
        <p:spPr>
          <a:xfrm xmlns:a="http://schemas.openxmlformats.org/drawingml/2006/main">
            <a:off x="8698770" y="480109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02" name="">
            <a:extLst xmlns:a="http://schemas.openxmlformats.org/drawingml/2006/main">
              <a:ext uri="{FF2B5EF4-FFF2-40B4-BE49-F238E27FC236}">
                <a16:creationId xmlns:a16="http://schemas.microsoft.com/office/drawing/2014/main" id="{EFC6CFB6-F700-4E80-823B-53A76DBFDA68}"/>
              </a:ext>
            </a:extLst>
          </p:cNvPr>
          <p:cNvSpPr>
            <a:spLocks xmlns:a="http://schemas.openxmlformats.org/drawingml/2006/main" noGrp="1"/>
          </p:cNvSpPr>
          <p:nvPr/>
        </p:nvSpPr>
        <p:spPr>
          <a:xfrm xmlns:a="http://schemas.openxmlformats.org/drawingml/2006/main">
            <a:off x="9155514" y="398678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03" name="">
            <a:extLst xmlns:a="http://schemas.openxmlformats.org/drawingml/2006/main">
              <a:ext uri="{FF2B5EF4-FFF2-40B4-BE49-F238E27FC236}">
                <a16:creationId xmlns:a16="http://schemas.microsoft.com/office/drawing/2014/main" id="{885FF8BF-348B-4B0F-8741-3F26AF6EBFE0}"/>
              </a:ext>
            </a:extLst>
          </p:cNvPr>
          <p:cNvSpPr>
            <a:spLocks xmlns:a="http://schemas.openxmlformats.org/drawingml/2006/main" noGrp="1"/>
          </p:cNvSpPr>
          <p:nvPr/>
        </p:nvSpPr>
        <p:spPr>
          <a:xfrm xmlns:a="http://schemas.openxmlformats.org/drawingml/2006/main">
            <a:off x="8916486" y="446415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04" name="">
            <a:extLst xmlns:a="http://schemas.openxmlformats.org/drawingml/2006/main">
              <a:ext uri="{FF2B5EF4-FFF2-40B4-BE49-F238E27FC236}">
                <a16:creationId xmlns:a16="http://schemas.microsoft.com/office/drawing/2014/main" id="{A50FE564-2BA7-45E3-8683-A773C169C24E}"/>
              </a:ext>
            </a:extLst>
          </p:cNvPr>
          <p:cNvSpPr>
            <a:spLocks xmlns:a="http://schemas.openxmlformats.org/drawingml/2006/main" noGrp="1"/>
          </p:cNvSpPr>
          <p:nvPr/>
        </p:nvSpPr>
        <p:spPr>
          <a:xfrm xmlns:a="http://schemas.openxmlformats.org/drawingml/2006/main">
            <a:off x="9922482" y="360246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05" name="">
            <a:extLst xmlns:a="http://schemas.openxmlformats.org/drawingml/2006/main">
              <a:ext uri="{FF2B5EF4-FFF2-40B4-BE49-F238E27FC236}">
                <a16:creationId xmlns:a16="http://schemas.microsoft.com/office/drawing/2014/main" id="{ADDA1B7D-CC8B-4241-B274-01E02902913E}"/>
              </a:ext>
            </a:extLst>
          </p:cNvPr>
          <p:cNvSpPr>
            <a:spLocks xmlns:a="http://schemas.openxmlformats.org/drawingml/2006/main" noGrp="1"/>
          </p:cNvSpPr>
          <p:nvPr/>
        </p:nvSpPr>
        <p:spPr>
          <a:xfrm xmlns:a="http://schemas.openxmlformats.org/drawingml/2006/main">
            <a:off x="8688508" y="476270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06" name="">
            <a:extLst xmlns:a="http://schemas.openxmlformats.org/drawingml/2006/main">
              <a:ext uri="{FF2B5EF4-FFF2-40B4-BE49-F238E27FC236}">
                <a16:creationId xmlns:a16="http://schemas.microsoft.com/office/drawing/2014/main" id="{BD270414-3E56-4732-B3B7-8C0FD55798F2}"/>
              </a:ext>
            </a:extLst>
          </p:cNvPr>
          <p:cNvSpPr>
            <a:spLocks xmlns:a="http://schemas.openxmlformats.org/drawingml/2006/main" noGrp="1"/>
          </p:cNvSpPr>
          <p:nvPr/>
        </p:nvSpPr>
        <p:spPr>
          <a:xfrm xmlns:a="http://schemas.openxmlformats.org/drawingml/2006/main">
            <a:off x="10380925" y="482868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07" name="">
            <a:extLst xmlns:a="http://schemas.openxmlformats.org/drawingml/2006/main">
              <a:ext uri="{FF2B5EF4-FFF2-40B4-BE49-F238E27FC236}">
                <a16:creationId xmlns:a16="http://schemas.microsoft.com/office/drawing/2014/main" id="{807EFD41-3E0D-438D-BB33-C4D5AB5A3C2F}"/>
              </a:ext>
            </a:extLst>
          </p:cNvPr>
          <p:cNvSpPr>
            <a:spLocks xmlns:a="http://schemas.openxmlformats.org/drawingml/2006/main" noGrp="1"/>
          </p:cNvSpPr>
          <p:nvPr/>
        </p:nvSpPr>
        <p:spPr>
          <a:xfrm xmlns:a="http://schemas.openxmlformats.org/drawingml/2006/main">
            <a:off x="10201167" y="35432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08" name="">
            <a:extLst xmlns:a="http://schemas.openxmlformats.org/drawingml/2006/main">
              <a:ext uri="{FF2B5EF4-FFF2-40B4-BE49-F238E27FC236}">
                <a16:creationId xmlns:a16="http://schemas.microsoft.com/office/drawing/2014/main" id="{9000538B-9979-4BE3-A6F9-872826B678A0}"/>
              </a:ext>
            </a:extLst>
          </p:cNvPr>
          <p:cNvSpPr>
            <a:spLocks xmlns:a="http://schemas.openxmlformats.org/drawingml/2006/main" noGrp="1"/>
          </p:cNvSpPr>
          <p:nvPr/>
        </p:nvSpPr>
        <p:spPr>
          <a:xfrm xmlns:a="http://schemas.openxmlformats.org/drawingml/2006/main">
            <a:off x="11094106" y="408853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09" name="">
            <a:extLst xmlns:a="http://schemas.openxmlformats.org/drawingml/2006/main">
              <a:ext uri="{FF2B5EF4-FFF2-40B4-BE49-F238E27FC236}">
                <a16:creationId xmlns:a16="http://schemas.microsoft.com/office/drawing/2014/main" id="{10FA068F-BFA3-44A2-A642-47ED69905BFE}"/>
              </a:ext>
            </a:extLst>
          </p:cNvPr>
          <p:cNvSpPr>
            <a:spLocks xmlns:a="http://schemas.openxmlformats.org/drawingml/2006/main" noGrp="1"/>
          </p:cNvSpPr>
          <p:nvPr/>
        </p:nvSpPr>
        <p:spPr>
          <a:xfrm xmlns:a="http://schemas.openxmlformats.org/drawingml/2006/main">
            <a:off x="9626212" y="337469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10" name="">
            <a:extLst xmlns:a="http://schemas.openxmlformats.org/drawingml/2006/main">
              <a:ext uri="{FF2B5EF4-FFF2-40B4-BE49-F238E27FC236}">
                <a16:creationId xmlns:a16="http://schemas.microsoft.com/office/drawing/2014/main" id="{409ADD8B-1BF2-4640-A0C1-BA6D663C3ABC}"/>
              </a:ext>
            </a:extLst>
          </p:cNvPr>
          <p:cNvSpPr>
            <a:spLocks xmlns:a="http://schemas.openxmlformats.org/drawingml/2006/main" noGrp="1"/>
          </p:cNvSpPr>
          <p:nvPr/>
        </p:nvSpPr>
        <p:spPr>
          <a:xfrm xmlns:a="http://schemas.openxmlformats.org/drawingml/2006/main">
            <a:off x="9557260" y="397788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11" name="">
            <a:extLst xmlns:a="http://schemas.openxmlformats.org/drawingml/2006/main">
              <a:ext uri="{FF2B5EF4-FFF2-40B4-BE49-F238E27FC236}">
                <a16:creationId xmlns:a16="http://schemas.microsoft.com/office/drawing/2014/main" id="{856D2692-934A-4454-9E04-08B9C4B1626E}"/>
              </a:ext>
            </a:extLst>
          </p:cNvPr>
          <p:cNvSpPr>
            <a:spLocks xmlns:a="http://schemas.openxmlformats.org/drawingml/2006/main" noGrp="1"/>
          </p:cNvSpPr>
          <p:nvPr/>
        </p:nvSpPr>
        <p:spPr>
          <a:xfrm xmlns:a="http://schemas.openxmlformats.org/drawingml/2006/main">
            <a:off x="8898393" y="449023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12" name="">
            <a:extLst xmlns:a="http://schemas.openxmlformats.org/drawingml/2006/main">
              <a:ext uri="{FF2B5EF4-FFF2-40B4-BE49-F238E27FC236}">
                <a16:creationId xmlns:a16="http://schemas.microsoft.com/office/drawing/2014/main" id="{7AF78116-0363-4088-BE6F-1A7FEF4BBF9D}"/>
              </a:ext>
            </a:extLst>
          </p:cNvPr>
          <p:cNvSpPr>
            <a:spLocks xmlns:a="http://schemas.openxmlformats.org/drawingml/2006/main" noGrp="1"/>
          </p:cNvSpPr>
          <p:nvPr/>
        </p:nvSpPr>
        <p:spPr>
          <a:xfrm xmlns:a="http://schemas.openxmlformats.org/drawingml/2006/main">
            <a:off x="10450133" y="501732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13" name="">
            <a:extLst xmlns:a="http://schemas.openxmlformats.org/drawingml/2006/main">
              <a:ext uri="{FF2B5EF4-FFF2-40B4-BE49-F238E27FC236}">
                <a16:creationId xmlns:a16="http://schemas.microsoft.com/office/drawing/2014/main" id="{C5B00B3E-A147-4B9E-A6C9-A20CE1A96720}"/>
              </a:ext>
            </a:extLst>
          </p:cNvPr>
          <p:cNvSpPr>
            <a:spLocks xmlns:a="http://schemas.openxmlformats.org/drawingml/2006/main" noGrp="1"/>
          </p:cNvSpPr>
          <p:nvPr/>
        </p:nvSpPr>
        <p:spPr>
          <a:xfrm xmlns:a="http://schemas.openxmlformats.org/drawingml/2006/main">
            <a:off x="8711882" y="479002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14" name="">
            <a:extLst xmlns:a="http://schemas.openxmlformats.org/drawingml/2006/main">
              <a:ext uri="{FF2B5EF4-FFF2-40B4-BE49-F238E27FC236}">
                <a16:creationId xmlns:a16="http://schemas.microsoft.com/office/drawing/2014/main" id="{9FFE6388-25A2-4BF5-B2C4-853A8047A313}"/>
              </a:ext>
            </a:extLst>
          </p:cNvPr>
          <p:cNvSpPr>
            <a:spLocks xmlns:a="http://schemas.openxmlformats.org/drawingml/2006/main" noGrp="1"/>
          </p:cNvSpPr>
          <p:nvPr/>
        </p:nvSpPr>
        <p:spPr>
          <a:xfrm xmlns:a="http://schemas.openxmlformats.org/drawingml/2006/main">
            <a:off x="9851781" y="364928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15" name="">
            <a:extLst xmlns:a="http://schemas.openxmlformats.org/drawingml/2006/main">
              <a:ext uri="{FF2B5EF4-FFF2-40B4-BE49-F238E27FC236}">
                <a16:creationId xmlns:a16="http://schemas.microsoft.com/office/drawing/2014/main" id="{9E0C5DF6-AEA0-4DE4-8379-A3CBFA4837EE}"/>
              </a:ext>
            </a:extLst>
          </p:cNvPr>
          <p:cNvSpPr>
            <a:spLocks xmlns:a="http://schemas.openxmlformats.org/drawingml/2006/main" noGrp="1"/>
          </p:cNvSpPr>
          <p:nvPr/>
        </p:nvSpPr>
        <p:spPr>
          <a:xfrm xmlns:a="http://schemas.openxmlformats.org/drawingml/2006/main">
            <a:off x="9607796" y="408153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16" name="">
            <a:extLst xmlns:a="http://schemas.openxmlformats.org/drawingml/2006/main">
              <a:ext uri="{FF2B5EF4-FFF2-40B4-BE49-F238E27FC236}">
                <a16:creationId xmlns:a16="http://schemas.microsoft.com/office/drawing/2014/main" id="{7915643F-E6C3-4485-82BA-EA2A2870D1F6}"/>
              </a:ext>
            </a:extLst>
          </p:cNvPr>
          <p:cNvSpPr>
            <a:spLocks xmlns:a="http://schemas.openxmlformats.org/drawingml/2006/main" noGrp="1"/>
          </p:cNvSpPr>
          <p:nvPr/>
        </p:nvSpPr>
        <p:spPr>
          <a:xfrm xmlns:a="http://schemas.openxmlformats.org/drawingml/2006/main">
            <a:off x="9320991" y="402579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17" name="">
            <a:extLst xmlns:a="http://schemas.openxmlformats.org/drawingml/2006/main">
              <a:ext uri="{FF2B5EF4-FFF2-40B4-BE49-F238E27FC236}">
                <a16:creationId xmlns:a16="http://schemas.microsoft.com/office/drawing/2014/main" id="{0334E746-54AF-4187-B57D-62330EE5F5D8}"/>
              </a:ext>
            </a:extLst>
          </p:cNvPr>
          <p:cNvSpPr>
            <a:spLocks xmlns:a="http://schemas.openxmlformats.org/drawingml/2006/main" noGrp="1"/>
          </p:cNvSpPr>
          <p:nvPr/>
        </p:nvSpPr>
        <p:spPr>
          <a:xfrm xmlns:a="http://schemas.openxmlformats.org/drawingml/2006/main">
            <a:off x="9613490" y="337007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18" name="">
            <a:extLst xmlns:a="http://schemas.openxmlformats.org/drawingml/2006/main">
              <a:ext uri="{FF2B5EF4-FFF2-40B4-BE49-F238E27FC236}">
                <a16:creationId xmlns:a16="http://schemas.microsoft.com/office/drawing/2014/main" id="{D48F2782-3699-4A48-A870-46DE6C8B6D7E}"/>
              </a:ext>
            </a:extLst>
          </p:cNvPr>
          <p:cNvSpPr>
            <a:spLocks xmlns:a="http://schemas.openxmlformats.org/drawingml/2006/main" noGrp="1"/>
          </p:cNvSpPr>
          <p:nvPr/>
        </p:nvSpPr>
        <p:spPr>
          <a:xfrm xmlns:a="http://schemas.openxmlformats.org/drawingml/2006/main">
            <a:off x="8689511" y="477510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19" name="">
            <a:extLst xmlns:a="http://schemas.openxmlformats.org/drawingml/2006/main">
              <a:ext uri="{FF2B5EF4-FFF2-40B4-BE49-F238E27FC236}">
                <a16:creationId xmlns:a16="http://schemas.microsoft.com/office/drawing/2014/main" id="{6F38E91E-7692-4CBD-8AA2-41055CD2FE53}"/>
              </a:ext>
            </a:extLst>
          </p:cNvPr>
          <p:cNvSpPr>
            <a:spLocks xmlns:a="http://schemas.openxmlformats.org/drawingml/2006/main" noGrp="1"/>
          </p:cNvSpPr>
          <p:nvPr/>
        </p:nvSpPr>
        <p:spPr>
          <a:xfrm xmlns:a="http://schemas.openxmlformats.org/drawingml/2006/main">
            <a:off x="9465821" y="414102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20" name="">
            <a:extLst xmlns:a="http://schemas.openxmlformats.org/drawingml/2006/main">
              <a:ext uri="{FF2B5EF4-FFF2-40B4-BE49-F238E27FC236}">
                <a16:creationId xmlns:a16="http://schemas.microsoft.com/office/drawing/2014/main" id="{C94D04BF-D301-43CA-BEBF-15E86FB22C6A}"/>
              </a:ext>
            </a:extLst>
          </p:cNvPr>
          <p:cNvSpPr>
            <a:spLocks xmlns:a="http://schemas.openxmlformats.org/drawingml/2006/main" noGrp="1"/>
          </p:cNvSpPr>
          <p:nvPr/>
        </p:nvSpPr>
        <p:spPr>
          <a:xfrm xmlns:a="http://schemas.openxmlformats.org/drawingml/2006/main">
            <a:off x="10817511" y="357452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21" name="">
            <a:extLst xmlns:a="http://schemas.openxmlformats.org/drawingml/2006/main">
              <a:ext uri="{FF2B5EF4-FFF2-40B4-BE49-F238E27FC236}">
                <a16:creationId xmlns:a16="http://schemas.microsoft.com/office/drawing/2014/main" id="{9CD8F690-31CB-4AC1-B7A6-DD709E43A7D1}"/>
              </a:ext>
            </a:extLst>
          </p:cNvPr>
          <p:cNvSpPr>
            <a:spLocks xmlns:a="http://schemas.openxmlformats.org/drawingml/2006/main" noGrp="1"/>
          </p:cNvSpPr>
          <p:nvPr/>
        </p:nvSpPr>
        <p:spPr>
          <a:xfrm xmlns:a="http://schemas.openxmlformats.org/drawingml/2006/main">
            <a:off x="9852476" y="365110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22" name="">
            <a:extLst xmlns:a="http://schemas.openxmlformats.org/drawingml/2006/main">
              <a:ext uri="{FF2B5EF4-FFF2-40B4-BE49-F238E27FC236}">
                <a16:creationId xmlns:a16="http://schemas.microsoft.com/office/drawing/2014/main" id="{CB8942A0-DF64-466F-9349-0EF7870442AF}"/>
              </a:ext>
            </a:extLst>
          </p:cNvPr>
          <p:cNvSpPr>
            <a:spLocks xmlns:a="http://schemas.openxmlformats.org/drawingml/2006/main" noGrp="1"/>
          </p:cNvSpPr>
          <p:nvPr/>
        </p:nvSpPr>
        <p:spPr>
          <a:xfrm xmlns:a="http://schemas.openxmlformats.org/drawingml/2006/main">
            <a:off x="9177753" y="453289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23" name="">
            <a:extLst xmlns:a="http://schemas.openxmlformats.org/drawingml/2006/main">
              <a:ext uri="{FF2B5EF4-FFF2-40B4-BE49-F238E27FC236}">
                <a16:creationId xmlns:a16="http://schemas.microsoft.com/office/drawing/2014/main" id="{0B0BF381-98DC-4BEB-8601-CDA5C7516F2C}"/>
              </a:ext>
            </a:extLst>
          </p:cNvPr>
          <p:cNvSpPr>
            <a:spLocks xmlns:a="http://schemas.openxmlformats.org/drawingml/2006/main" noGrp="1"/>
          </p:cNvSpPr>
          <p:nvPr/>
        </p:nvSpPr>
        <p:spPr>
          <a:xfrm xmlns:a="http://schemas.openxmlformats.org/drawingml/2006/main">
            <a:off x="8672146" y="481646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24" name="">
            <a:extLst xmlns:a="http://schemas.openxmlformats.org/drawingml/2006/main">
              <a:ext uri="{FF2B5EF4-FFF2-40B4-BE49-F238E27FC236}">
                <a16:creationId xmlns:a16="http://schemas.microsoft.com/office/drawing/2014/main" id="{0245C0AE-ACA6-41AA-96B1-6BDFCF94BD43}"/>
              </a:ext>
            </a:extLst>
          </p:cNvPr>
          <p:cNvSpPr>
            <a:spLocks xmlns:a="http://schemas.openxmlformats.org/drawingml/2006/main" noGrp="1"/>
          </p:cNvSpPr>
          <p:nvPr/>
        </p:nvSpPr>
        <p:spPr>
          <a:xfrm xmlns:a="http://schemas.openxmlformats.org/drawingml/2006/main">
            <a:off x="8700998" y="477184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25" name="">
            <a:extLst xmlns:a="http://schemas.openxmlformats.org/drawingml/2006/main">
              <a:ext uri="{FF2B5EF4-FFF2-40B4-BE49-F238E27FC236}">
                <a16:creationId xmlns:a16="http://schemas.microsoft.com/office/drawing/2014/main" id="{33BB3351-4B66-4545-A12C-ED870D0A62C2}"/>
              </a:ext>
            </a:extLst>
          </p:cNvPr>
          <p:cNvSpPr>
            <a:spLocks xmlns:a="http://schemas.openxmlformats.org/drawingml/2006/main" noGrp="1"/>
          </p:cNvSpPr>
          <p:nvPr/>
        </p:nvSpPr>
        <p:spPr>
          <a:xfrm xmlns:a="http://schemas.openxmlformats.org/drawingml/2006/main">
            <a:off x="10683181" y="343644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26" name="">
            <a:extLst xmlns:a="http://schemas.openxmlformats.org/drawingml/2006/main">
              <a:ext uri="{FF2B5EF4-FFF2-40B4-BE49-F238E27FC236}">
                <a16:creationId xmlns:a16="http://schemas.microsoft.com/office/drawing/2014/main" id="{C88EC98E-A8F6-4922-A466-ACDC0F0B3F18}"/>
              </a:ext>
            </a:extLst>
          </p:cNvPr>
          <p:cNvSpPr>
            <a:spLocks xmlns:a="http://schemas.openxmlformats.org/drawingml/2006/main" noGrp="1"/>
          </p:cNvSpPr>
          <p:nvPr/>
        </p:nvSpPr>
        <p:spPr>
          <a:xfrm xmlns:a="http://schemas.openxmlformats.org/drawingml/2006/main">
            <a:off x="8688189" y="479585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27" name="">
            <a:extLst xmlns:a="http://schemas.openxmlformats.org/drawingml/2006/main">
              <a:ext uri="{FF2B5EF4-FFF2-40B4-BE49-F238E27FC236}">
                <a16:creationId xmlns:a16="http://schemas.microsoft.com/office/drawing/2014/main" id="{DC58695B-A6DC-47CD-817A-ACA649D0CD92}"/>
              </a:ext>
            </a:extLst>
          </p:cNvPr>
          <p:cNvSpPr>
            <a:spLocks xmlns:a="http://schemas.openxmlformats.org/drawingml/2006/main" noGrp="1"/>
          </p:cNvSpPr>
          <p:nvPr/>
        </p:nvSpPr>
        <p:spPr>
          <a:xfrm xmlns:a="http://schemas.openxmlformats.org/drawingml/2006/main">
            <a:off x="10266087" y="363121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28" name="">
            <a:extLst xmlns:a="http://schemas.openxmlformats.org/drawingml/2006/main">
              <a:ext uri="{FF2B5EF4-FFF2-40B4-BE49-F238E27FC236}">
                <a16:creationId xmlns:a16="http://schemas.microsoft.com/office/drawing/2014/main" id="{4929553A-3687-486D-AFC4-CD7E0EC0CEFE}"/>
              </a:ext>
            </a:extLst>
          </p:cNvPr>
          <p:cNvSpPr>
            <a:spLocks xmlns:a="http://schemas.openxmlformats.org/drawingml/2006/main" noGrp="1"/>
          </p:cNvSpPr>
          <p:nvPr/>
        </p:nvSpPr>
        <p:spPr>
          <a:xfrm xmlns:a="http://schemas.openxmlformats.org/drawingml/2006/main">
            <a:off x="8959913" y="442167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29" name="">
            <a:extLst xmlns:a="http://schemas.openxmlformats.org/drawingml/2006/main">
              <a:ext uri="{FF2B5EF4-FFF2-40B4-BE49-F238E27FC236}">
                <a16:creationId xmlns:a16="http://schemas.microsoft.com/office/drawing/2014/main" id="{43FBF873-677B-4AAD-8C1B-268E25E8B458}"/>
              </a:ext>
            </a:extLst>
          </p:cNvPr>
          <p:cNvSpPr>
            <a:spLocks xmlns:a="http://schemas.openxmlformats.org/drawingml/2006/main" noGrp="1"/>
          </p:cNvSpPr>
          <p:nvPr/>
        </p:nvSpPr>
        <p:spPr>
          <a:xfrm xmlns:a="http://schemas.openxmlformats.org/drawingml/2006/main">
            <a:off x="9399989" y="405211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30" name="">
            <a:extLst xmlns:a="http://schemas.openxmlformats.org/drawingml/2006/main">
              <a:ext uri="{FF2B5EF4-FFF2-40B4-BE49-F238E27FC236}">
                <a16:creationId xmlns:a16="http://schemas.microsoft.com/office/drawing/2014/main" id="{C67F0B45-4154-4F34-8C4E-ACAE1601082F}"/>
              </a:ext>
            </a:extLst>
          </p:cNvPr>
          <p:cNvSpPr>
            <a:spLocks xmlns:a="http://schemas.openxmlformats.org/drawingml/2006/main" noGrp="1"/>
          </p:cNvSpPr>
          <p:nvPr/>
        </p:nvSpPr>
        <p:spPr>
          <a:xfrm xmlns:a="http://schemas.openxmlformats.org/drawingml/2006/main">
            <a:off x="10691222" y="351687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31" name="">
            <a:extLst xmlns:a="http://schemas.openxmlformats.org/drawingml/2006/main">
              <a:ext uri="{FF2B5EF4-FFF2-40B4-BE49-F238E27FC236}">
                <a16:creationId xmlns:a16="http://schemas.microsoft.com/office/drawing/2014/main" id="{68C1C0B1-BEB9-4CF9-A7C9-78CED7B3DE4E}"/>
              </a:ext>
            </a:extLst>
          </p:cNvPr>
          <p:cNvSpPr>
            <a:spLocks xmlns:a="http://schemas.openxmlformats.org/drawingml/2006/main" noGrp="1"/>
          </p:cNvSpPr>
          <p:nvPr/>
        </p:nvSpPr>
        <p:spPr>
          <a:xfrm xmlns:a="http://schemas.openxmlformats.org/drawingml/2006/main">
            <a:off x="10349574" y="341086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32" name="">
            <a:extLst xmlns:a="http://schemas.openxmlformats.org/drawingml/2006/main">
              <a:ext uri="{FF2B5EF4-FFF2-40B4-BE49-F238E27FC236}">
                <a16:creationId xmlns:a16="http://schemas.microsoft.com/office/drawing/2014/main" id="{C6DFBB06-63DE-4781-8B0F-E4C5C0C8472A}"/>
              </a:ext>
            </a:extLst>
          </p:cNvPr>
          <p:cNvSpPr>
            <a:spLocks xmlns:a="http://schemas.openxmlformats.org/drawingml/2006/main" noGrp="1"/>
          </p:cNvSpPr>
          <p:nvPr/>
        </p:nvSpPr>
        <p:spPr>
          <a:xfrm xmlns:a="http://schemas.openxmlformats.org/drawingml/2006/main">
            <a:off x="9623016" y="337017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33" name="">
            <a:extLst xmlns:a="http://schemas.openxmlformats.org/drawingml/2006/main">
              <a:ext uri="{FF2B5EF4-FFF2-40B4-BE49-F238E27FC236}">
                <a16:creationId xmlns:a16="http://schemas.microsoft.com/office/drawing/2014/main" id="{934B4297-61FA-455D-BFFC-D324E2862CD7}"/>
              </a:ext>
            </a:extLst>
          </p:cNvPr>
          <p:cNvSpPr>
            <a:spLocks xmlns:a="http://schemas.openxmlformats.org/drawingml/2006/main" noGrp="1"/>
          </p:cNvSpPr>
          <p:nvPr/>
        </p:nvSpPr>
        <p:spPr>
          <a:xfrm xmlns:a="http://schemas.openxmlformats.org/drawingml/2006/main">
            <a:off x="10062923" y="391514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34" name="">
            <a:extLst xmlns:a="http://schemas.openxmlformats.org/drawingml/2006/main">
              <a:ext uri="{FF2B5EF4-FFF2-40B4-BE49-F238E27FC236}">
                <a16:creationId xmlns:a16="http://schemas.microsoft.com/office/drawing/2014/main" id="{709B3B9B-6BF6-45AC-99C3-B8BE02262416}"/>
              </a:ext>
            </a:extLst>
          </p:cNvPr>
          <p:cNvSpPr>
            <a:spLocks xmlns:a="http://schemas.openxmlformats.org/drawingml/2006/main" noGrp="1"/>
          </p:cNvSpPr>
          <p:nvPr/>
        </p:nvSpPr>
        <p:spPr>
          <a:xfrm xmlns:a="http://schemas.openxmlformats.org/drawingml/2006/main">
            <a:off x="10543299" y="479472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35" name="">
            <a:extLst xmlns:a="http://schemas.openxmlformats.org/drawingml/2006/main">
              <a:ext uri="{FF2B5EF4-FFF2-40B4-BE49-F238E27FC236}">
                <a16:creationId xmlns:a16="http://schemas.microsoft.com/office/drawing/2014/main" id="{47C430B3-A911-4D12-B3E9-08A7FF9D3EAE}"/>
              </a:ext>
            </a:extLst>
          </p:cNvPr>
          <p:cNvSpPr>
            <a:spLocks xmlns:a="http://schemas.openxmlformats.org/drawingml/2006/main" noGrp="1"/>
          </p:cNvSpPr>
          <p:nvPr/>
        </p:nvSpPr>
        <p:spPr>
          <a:xfrm xmlns:a="http://schemas.openxmlformats.org/drawingml/2006/main">
            <a:off x="9476489" y="475211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36" name="">
            <a:extLst xmlns:a="http://schemas.openxmlformats.org/drawingml/2006/main">
              <a:ext uri="{FF2B5EF4-FFF2-40B4-BE49-F238E27FC236}">
                <a16:creationId xmlns:a16="http://schemas.microsoft.com/office/drawing/2014/main" id="{CE144021-656C-49A3-A379-F15BFEAE4B09}"/>
              </a:ext>
            </a:extLst>
          </p:cNvPr>
          <p:cNvSpPr>
            <a:spLocks xmlns:a="http://schemas.openxmlformats.org/drawingml/2006/main" noGrp="1"/>
          </p:cNvSpPr>
          <p:nvPr/>
        </p:nvSpPr>
        <p:spPr>
          <a:xfrm xmlns:a="http://schemas.openxmlformats.org/drawingml/2006/main">
            <a:off x="9750420" y="337554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37" name="">
            <a:extLst xmlns:a="http://schemas.openxmlformats.org/drawingml/2006/main">
              <a:ext uri="{FF2B5EF4-FFF2-40B4-BE49-F238E27FC236}">
                <a16:creationId xmlns:a16="http://schemas.microsoft.com/office/drawing/2014/main" id="{16DB14ED-4309-449D-83A2-CD4B590AEF9C}"/>
              </a:ext>
            </a:extLst>
          </p:cNvPr>
          <p:cNvSpPr>
            <a:spLocks xmlns:a="http://schemas.openxmlformats.org/drawingml/2006/main" noGrp="1"/>
          </p:cNvSpPr>
          <p:nvPr/>
        </p:nvSpPr>
        <p:spPr>
          <a:xfrm xmlns:a="http://schemas.openxmlformats.org/drawingml/2006/main">
            <a:off x="10261127" y="348234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38" name="">
            <a:extLst xmlns:a="http://schemas.openxmlformats.org/drawingml/2006/main">
              <a:ext uri="{FF2B5EF4-FFF2-40B4-BE49-F238E27FC236}">
                <a16:creationId xmlns:a16="http://schemas.microsoft.com/office/drawing/2014/main" id="{51855D9F-F1AF-43AC-A4E7-C596C5EE17D8}"/>
              </a:ext>
            </a:extLst>
          </p:cNvPr>
          <p:cNvSpPr>
            <a:spLocks xmlns:a="http://schemas.openxmlformats.org/drawingml/2006/main" noGrp="1"/>
          </p:cNvSpPr>
          <p:nvPr/>
        </p:nvSpPr>
        <p:spPr>
          <a:xfrm xmlns:a="http://schemas.openxmlformats.org/drawingml/2006/main">
            <a:off x="10498093" y="498796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39" name="">
            <a:extLst xmlns:a="http://schemas.openxmlformats.org/drawingml/2006/main">
              <a:ext uri="{FF2B5EF4-FFF2-40B4-BE49-F238E27FC236}">
                <a16:creationId xmlns:a16="http://schemas.microsoft.com/office/drawing/2014/main" id="{65107933-07A6-482E-AB1B-93E2FD8BEA52}"/>
              </a:ext>
            </a:extLst>
          </p:cNvPr>
          <p:cNvSpPr>
            <a:spLocks xmlns:a="http://schemas.openxmlformats.org/drawingml/2006/main" noGrp="1"/>
          </p:cNvSpPr>
          <p:nvPr/>
        </p:nvSpPr>
        <p:spPr>
          <a:xfrm xmlns:a="http://schemas.openxmlformats.org/drawingml/2006/main">
            <a:off x="10494330" y="500089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40" name="">
            <a:extLst xmlns:a="http://schemas.openxmlformats.org/drawingml/2006/main">
              <a:ext uri="{FF2B5EF4-FFF2-40B4-BE49-F238E27FC236}">
                <a16:creationId xmlns:a16="http://schemas.microsoft.com/office/drawing/2014/main" id="{5FC430B6-F227-4B2A-A7DB-B7D16A8A2DE1}"/>
              </a:ext>
            </a:extLst>
          </p:cNvPr>
          <p:cNvSpPr>
            <a:spLocks xmlns:a="http://schemas.openxmlformats.org/drawingml/2006/main" noGrp="1"/>
          </p:cNvSpPr>
          <p:nvPr/>
        </p:nvSpPr>
        <p:spPr>
          <a:xfrm xmlns:a="http://schemas.openxmlformats.org/drawingml/2006/main">
            <a:off x="10485719" y="497873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41" name="">
            <a:extLst xmlns:a="http://schemas.openxmlformats.org/drawingml/2006/main">
              <a:ext uri="{FF2B5EF4-FFF2-40B4-BE49-F238E27FC236}">
                <a16:creationId xmlns:a16="http://schemas.microsoft.com/office/drawing/2014/main" id="{D3A223DB-9ACB-4A40-B892-9B9FE4807175}"/>
              </a:ext>
            </a:extLst>
          </p:cNvPr>
          <p:cNvSpPr>
            <a:spLocks xmlns:a="http://schemas.openxmlformats.org/drawingml/2006/main" noGrp="1"/>
          </p:cNvSpPr>
          <p:nvPr/>
        </p:nvSpPr>
        <p:spPr>
          <a:xfrm xmlns:a="http://schemas.openxmlformats.org/drawingml/2006/main">
            <a:off x="9352081" y="484220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42" name="">
            <a:extLst xmlns:a="http://schemas.openxmlformats.org/drawingml/2006/main">
              <a:ext uri="{FF2B5EF4-FFF2-40B4-BE49-F238E27FC236}">
                <a16:creationId xmlns:a16="http://schemas.microsoft.com/office/drawing/2014/main" id="{B088DD9F-624B-4DC3-AB92-35EAB522BB31}"/>
              </a:ext>
            </a:extLst>
          </p:cNvPr>
          <p:cNvSpPr>
            <a:spLocks xmlns:a="http://schemas.openxmlformats.org/drawingml/2006/main" noGrp="1"/>
          </p:cNvSpPr>
          <p:nvPr/>
        </p:nvSpPr>
        <p:spPr>
          <a:xfrm xmlns:a="http://schemas.openxmlformats.org/drawingml/2006/main">
            <a:off x="9015689" y="418082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43" name="">
            <a:extLst xmlns:a="http://schemas.openxmlformats.org/drawingml/2006/main">
              <a:ext uri="{FF2B5EF4-FFF2-40B4-BE49-F238E27FC236}">
                <a16:creationId xmlns:a16="http://schemas.microsoft.com/office/drawing/2014/main" id="{4047C0C8-9300-40AB-9F79-FBF16B03ED06}"/>
              </a:ext>
            </a:extLst>
          </p:cNvPr>
          <p:cNvSpPr>
            <a:spLocks xmlns:a="http://schemas.openxmlformats.org/drawingml/2006/main" noGrp="1"/>
          </p:cNvSpPr>
          <p:nvPr/>
        </p:nvSpPr>
        <p:spPr>
          <a:xfrm xmlns:a="http://schemas.openxmlformats.org/drawingml/2006/main">
            <a:off x="10268957" y="352527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44" name="">
            <a:extLst xmlns:a="http://schemas.openxmlformats.org/drawingml/2006/main">
              <a:ext uri="{FF2B5EF4-FFF2-40B4-BE49-F238E27FC236}">
                <a16:creationId xmlns:a16="http://schemas.microsoft.com/office/drawing/2014/main" id="{81D21673-89AC-477A-A69E-3CE78C8AC1EF}"/>
              </a:ext>
            </a:extLst>
          </p:cNvPr>
          <p:cNvSpPr>
            <a:spLocks xmlns:a="http://schemas.openxmlformats.org/drawingml/2006/main" noGrp="1"/>
          </p:cNvSpPr>
          <p:nvPr/>
        </p:nvSpPr>
        <p:spPr>
          <a:xfrm xmlns:a="http://schemas.openxmlformats.org/drawingml/2006/main">
            <a:off x="10232428" y="356435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45" name="">
            <a:extLst xmlns:a="http://schemas.openxmlformats.org/drawingml/2006/main">
              <a:ext uri="{FF2B5EF4-FFF2-40B4-BE49-F238E27FC236}">
                <a16:creationId xmlns:a16="http://schemas.microsoft.com/office/drawing/2014/main" id="{ABC9D992-74FD-499D-9ECD-60B1056C5CFD}"/>
              </a:ext>
            </a:extLst>
          </p:cNvPr>
          <p:cNvSpPr>
            <a:spLocks xmlns:a="http://schemas.openxmlformats.org/drawingml/2006/main" noGrp="1"/>
          </p:cNvSpPr>
          <p:nvPr/>
        </p:nvSpPr>
        <p:spPr>
          <a:xfrm xmlns:a="http://schemas.openxmlformats.org/drawingml/2006/main">
            <a:off x="10239380" y="357185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46" name="">
            <a:extLst xmlns:a="http://schemas.openxmlformats.org/drawingml/2006/main">
              <a:ext uri="{FF2B5EF4-FFF2-40B4-BE49-F238E27FC236}">
                <a16:creationId xmlns:a16="http://schemas.microsoft.com/office/drawing/2014/main" id="{6FE1143D-EC1B-41C6-9E7C-BDED92E39F8B}"/>
              </a:ext>
            </a:extLst>
          </p:cNvPr>
          <p:cNvSpPr>
            <a:spLocks xmlns:a="http://schemas.openxmlformats.org/drawingml/2006/main" noGrp="1"/>
          </p:cNvSpPr>
          <p:nvPr/>
        </p:nvSpPr>
        <p:spPr>
          <a:xfrm xmlns:a="http://schemas.openxmlformats.org/drawingml/2006/main">
            <a:off x="10204787" y="356724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47" name="">
            <a:extLst xmlns:a="http://schemas.openxmlformats.org/drawingml/2006/main">
              <a:ext uri="{FF2B5EF4-FFF2-40B4-BE49-F238E27FC236}">
                <a16:creationId xmlns:a16="http://schemas.microsoft.com/office/drawing/2014/main" id="{EBE416EF-550A-403E-A1FC-868438084B9E}"/>
              </a:ext>
            </a:extLst>
          </p:cNvPr>
          <p:cNvSpPr>
            <a:spLocks xmlns:a="http://schemas.openxmlformats.org/drawingml/2006/main" noGrp="1"/>
          </p:cNvSpPr>
          <p:nvPr/>
        </p:nvSpPr>
        <p:spPr>
          <a:xfrm xmlns:a="http://schemas.openxmlformats.org/drawingml/2006/main">
            <a:off x="10231603" y="356384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48" name="">
            <a:extLst xmlns:a="http://schemas.openxmlformats.org/drawingml/2006/main">
              <a:ext uri="{FF2B5EF4-FFF2-40B4-BE49-F238E27FC236}">
                <a16:creationId xmlns:a16="http://schemas.microsoft.com/office/drawing/2014/main" id="{58EB86E3-EC78-4BF8-9EB3-94468D27D12B}"/>
              </a:ext>
            </a:extLst>
          </p:cNvPr>
          <p:cNvSpPr>
            <a:spLocks xmlns:a="http://schemas.openxmlformats.org/drawingml/2006/main" noGrp="1"/>
          </p:cNvSpPr>
          <p:nvPr/>
        </p:nvSpPr>
        <p:spPr>
          <a:xfrm xmlns:a="http://schemas.openxmlformats.org/drawingml/2006/main">
            <a:off x="10186326" y="344660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49" name="">
            <a:extLst xmlns:a="http://schemas.openxmlformats.org/drawingml/2006/main">
              <a:ext uri="{FF2B5EF4-FFF2-40B4-BE49-F238E27FC236}">
                <a16:creationId xmlns:a16="http://schemas.microsoft.com/office/drawing/2014/main" id="{BBF80571-F931-4A17-925A-A8FE30AD4F83}"/>
              </a:ext>
            </a:extLst>
          </p:cNvPr>
          <p:cNvSpPr>
            <a:spLocks xmlns:a="http://schemas.openxmlformats.org/drawingml/2006/main" noGrp="1"/>
          </p:cNvSpPr>
          <p:nvPr/>
        </p:nvSpPr>
        <p:spPr>
          <a:xfrm xmlns:a="http://schemas.openxmlformats.org/drawingml/2006/main">
            <a:off x="9487279" y="357386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50" name="">
            <a:extLst xmlns:a="http://schemas.openxmlformats.org/drawingml/2006/main">
              <a:ext uri="{FF2B5EF4-FFF2-40B4-BE49-F238E27FC236}">
                <a16:creationId xmlns:a16="http://schemas.microsoft.com/office/drawing/2014/main" id="{AB2A8B9B-60A8-4077-97B8-CE4A496A7804}"/>
              </a:ext>
            </a:extLst>
          </p:cNvPr>
          <p:cNvSpPr>
            <a:spLocks xmlns:a="http://schemas.openxmlformats.org/drawingml/2006/main" noGrp="1"/>
          </p:cNvSpPr>
          <p:nvPr/>
        </p:nvSpPr>
        <p:spPr>
          <a:xfrm xmlns:a="http://schemas.openxmlformats.org/drawingml/2006/main">
            <a:off x="8700515" y="476022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51" name="">
            <a:extLst xmlns:a="http://schemas.openxmlformats.org/drawingml/2006/main">
              <a:ext uri="{FF2B5EF4-FFF2-40B4-BE49-F238E27FC236}">
                <a16:creationId xmlns:a16="http://schemas.microsoft.com/office/drawing/2014/main" id="{F81488C9-AE50-4217-B00F-6CCEDCD42417}"/>
              </a:ext>
            </a:extLst>
          </p:cNvPr>
          <p:cNvSpPr>
            <a:spLocks xmlns:a="http://schemas.openxmlformats.org/drawingml/2006/main" noGrp="1"/>
          </p:cNvSpPr>
          <p:nvPr/>
        </p:nvSpPr>
        <p:spPr>
          <a:xfrm xmlns:a="http://schemas.openxmlformats.org/drawingml/2006/main">
            <a:off x="9206438" y="466204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52" name="">
            <a:extLst xmlns:a="http://schemas.openxmlformats.org/drawingml/2006/main">
              <a:ext uri="{FF2B5EF4-FFF2-40B4-BE49-F238E27FC236}">
                <a16:creationId xmlns:a16="http://schemas.microsoft.com/office/drawing/2014/main" id="{0E55ACA0-7873-4AA3-8F3F-4121ADD7BCFB}"/>
              </a:ext>
            </a:extLst>
          </p:cNvPr>
          <p:cNvSpPr>
            <a:spLocks xmlns:a="http://schemas.openxmlformats.org/drawingml/2006/main" noGrp="1"/>
          </p:cNvSpPr>
          <p:nvPr/>
        </p:nvSpPr>
        <p:spPr>
          <a:xfrm xmlns:a="http://schemas.openxmlformats.org/drawingml/2006/main">
            <a:off x="9546270" y="467295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53" name="">
            <a:extLst xmlns:a="http://schemas.openxmlformats.org/drawingml/2006/main">
              <a:ext uri="{FF2B5EF4-FFF2-40B4-BE49-F238E27FC236}">
                <a16:creationId xmlns:a16="http://schemas.microsoft.com/office/drawing/2014/main" id="{C016D163-6CE0-4B73-B4F5-4C883D05C26B}"/>
              </a:ext>
            </a:extLst>
          </p:cNvPr>
          <p:cNvSpPr>
            <a:spLocks xmlns:a="http://schemas.openxmlformats.org/drawingml/2006/main" noGrp="1"/>
          </p:cNvSpPr>
          <p:nvPr/>
        </p:nvSpPr>
        <p:spPr>
          <a:xfrm xmlns:a="http://schemas.openxmlformats.org/drawingml/2006/main">
            <a:off x="9810896" y="468781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54" name="">
            <a:extLst xmlns:a="http://schemas.openxmlformats.org/drawingml/2006/main">
              <a:ext uri="{FF2B5EF4-FFF2-40B4-BE49-F238E27FC236}">
                <a16:creationId xmlns:a16="http://schemas.microsoft.com/office/drawing/2014/main" id="{D751CA7B-18C4-4463-9C8F-46F6264571D2}"/>
              </a:ext>
            </a:extLst>
          </p:cNvPr>
          <p:cNvSpPr>
            <a:spLocks xmlns:a="http://schemas.openxmlformats.org/drawingml/2006/main" noGrp="1"/>
          </p:cNvSpPr>
          <p:nvPr/>
        </p:nvSpPr>
        <p:spPr>
          <a:xfrm xmlns:a="http://schemas.openxmlformats.org/drawingml/2006/main">
            <a:off x="9188893" y="453913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55" name="">
            <a:extLst xmlns:a="http://schemas.openxmlformats.org/drawingml/2006/main">
              <a:ext uri="{FF2B5EF4-FFF2-40B4-BE49-F238E27FC236}">
                <a16:creationId xmlns:a16="http://schemas.microsoft.com/office/drawing/2014/main" id="{6181FB32-4A02-4087-BFEA-233D5D40D71B}"/>
              </a:ext>
            </a:extLst>
          </p:cNvPr>
          <p:cNvSpPr>
            <a:spLocks xmlns:a="http://schemas.openxmlformats.org/drawingml/2006/main" noGrp="1"/>
          </p:cNvSpPr>
          <p:nvPr/>
        </p:nvSpPr>
        <p:spPr>
          <a:xfrm xmlns:a="http://schemas.openxmlformats.org/drawingml/2006/main">
            <a:off x="10083121" y="350950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56" name="">
            <a:extLst xmlns:a="http://schemas.openxmlformats.org/drawingml/2006/main">
              <a:ext uri="{FF2B5EF4-FFF2-40B4-BE49-F238E27FC236}">
                <a16:creationId xmlns:a16="http://schemas.microsoft.com/office/drawing/2014/main" id="{10CCFF29-8B4B-4D3C-AFB6-03A9ECA6A6C3}"/>
              </a:ext>
            </a:extLst>
          </p:cNvPr>
          <p:cNvSpPr>
            <a:spLocks xmlns:a="http://schemas.openxmlformats.org/drawingml/2006/main" noGrp="1"/>
          </p:cNvSpPr>
          <p:nvPr/>
        </p:nvSpPr>
        <p:spPr>
          <a:xfrm xmlns:a="http://schemas.openxmlformats.org/drawingml/2006/main">
            <a:off x="8728690" y="466354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57" name="">
            <a:extLst xmlns:a="http://schemas.openxmlformats.org/drawingml/2006/main">
              <a:ext uri="{FF2B5EF4-FFF2-40B4-BE49-F238E27FC236}">
                <a16:creationId xmlns:a16="http://schemas.microsoft.com/office/drawing/2014/main" id="{69EE5673-8367-4306-8422-FF7E8A030A52}"/>
              </a:ext>
            </a:extLst>
          </p:cNvPr>
          <p:cNvSpPr>
            <a:spLocks xmlns:a="http://schemas.openxmlformats.org/drawingml/2006/main" noGrp="1"/>
          </p:cNvSpPr>
          <p:nvPr/>
        </p:nvSpPr>
        <p:spPr>
          <a:xfrm xmlns:a="http://schemas.openxmlformats.org/drawingml/2006/main">
            <a:off x="10557150" y="346919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58" name="">
            <a:extLst xmlns:a="http://schemas.openxmlformats.org/drawingml/2006/main">
              <a:ext uri="{FF2B5EF4-FFF2-40B4-BE49-F238E27FC236}">
                <a16:creationId xmlns:a16="http://schemas.microsoft.com/office/drawing/2014/main" id="{B16467A7-04FC-4797-B632-944C0BE97764}"/>
              </a:ext>
            </a:extLst>
          </p:cNvPr>
          <p:cNvSpPr>
            <a:spLocks xmlns:a="http://schemas.openxmlformats.org/drawingml/2006/main" noGrp="1"/>
          </p:cNvSpPr>
          <p:nvPr/>
        </p:nvSpPr>
        <p:spPr>
          <a:xfrm xmlns:a="http://schemas.openxmlformats.org/drawingml/2006/main">
            <a:off x="9020824" y="443658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59" name="">
            <a:extLst xmlns:a="http://schemas.openxmlformats.org/drawingml/2006/main">
              <a:ext uri="{FF2B5EF4-FFF2-40B4-BE49-F238E27FC236}">
                <a16:creationId xmlns:a16="http://schemas.microsoft.com/office/drawing/2014/main" id="{463C1F02-20C9-47DC-9702-4E492A174697}"/>
              </a:ext>
            </a:extLst>
          </p:cNvPr>
          <p:cNvSpPr>
            <a:spLocks xmlns:a="http://schemas.openxmlformats.org/drawingml/2006/main" noGrp="1"/>
          </p:cNvSpPr>
          <p:nvPr/>
        </p:nvSpPr>
        <p:spPr>
          <a:xfrm xmlns:a="http://schemas.openxmlformats.org/drawingml/2006/main">
            <a:off x="9916658" y="357396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60" name="">
            <a:extLst xmlns:a="http://schemas.openxmlformats.org/drawingml/2006/main">
              <a:ext uri="{FF2B5EF4-FFF2-40B4-BE49-F238E27FC236}">
                <a16:creationId xmlns:a16="http://schemas.microsoft.com/office/drawing/2014/main" id="{CB2BFE3C-5576-4B6C-BDA2-5FCDAAAEB4A1}"/>
              </a:ext>
            </a:extLst>
          </p:cNvPr>
          <p:cNvSpPr>
            <a:spLocks xmlns:a="http://schemas.openxmlformats.org/drawingml/2006/main" noGrp="1"/>
          </p:cNvSpPr>
          <p:nvPr/>
        </p:nvSpPr>
        <p:spPr>
          <a:xfrm xmlns:a="http://schemas.openxmlformats.org/drawingml/2006/main">
            <a:off x="9187040" y="453624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61" name="">
            <a:extLst xmlns:a="http://schemas.openxmlformats.org/drawingml/2006/main">
              <a:ext uri="{FF2B5EF4-FFF2-40B4-BE49-F238E27FC236}">
                <a16:creationId xmlns:a16="http://schemas.microsoft.com/office/drawing/2014/main" id="{76650600-C3FF-4977-9621-7EFB145D4CB1}"/>
              </a:ext>
            </a:extLst>
          </p:cNvPr>
          <p:cNvSpPr>
            <a:spLocks xmlns:a="http://schemas.openxmlformats.org/drawingml/2006/main" noGrp="1"/>
          </p:cNvSpPr>
          <p:nvPr/>
        </p:nvSpPr>
        <p:spPr>
          <a:xfrm xmlns:a="http://schemas.openxmlformats.org/drawingml/2006/main">
            <a:off x="8697662" y="479257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62" name="">
            <a:extLst xmlns:a="http://schemas.openxmlformats.org/drawingml/2006/main">
              <a:ext uri="{FF2B5EF4-FFF2-40B4-BE49-F238E27FC236}">
                <a16:creationId xmlns:a16="http://schemas.microsoft.com/office/drawing/2014/main" id="{FFF30A02-8CCA-4BF0-A331-06FD87A23149}"/>
              </a:ext>
            </a:extLst>
          </p:cNvPr>
          <p:cNvSpPr>
            <a:spLocks xmlns:a="http://schemas.openxmlformats.org/drawingml/2006/main" noGrp="1"/>
          </p:cNvSpPr>
          <p:nvPr/>
        </p:nvSpPr>
        <p:spPr>
          <a:xfrm xmlns:a="http://schemas.openxmlformats.org/drawingml/2006/main">
            <a:off x="11065311" y="447507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63" name="">
            <a:extLst xmlns:a="http://schemas.openxmlformats.org/drawingml/2006/main">
              <a:ext uri="{FF2B5EF4-FFF2-40B4-BE49-F238E27FC236}">
                <a16:creationId xmlns:a16="http://schemas.microsoft.com/office/drawing/2014/main" id="{BDB00F25-4D50-436B-96AE-B0E8B5F69D31}"/>
              </a:ext>
            </a:extLst>
          </p:cNvPr>
          <p:cNvSpPr>
            <a:spLocks xmlns:a="http://schemas.openxmlformats.org/drawingml/2006/main" noGrp="1"/>
          </p:cNvSpPr>
          <p:nvPr/>
        </p:nvSpPr>
        <p:spPr>
          <a:xfrm xmlns:a="http://schemas.openxmlformats.org/drawingml/2006/main">
            <a:off x="8696836" y="478676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64" name="">
            <a:extLst xmlns:a="http://schemas.openxmlformats.org/drawingml/2006/main">
              <a:ext uri="{FF2B5EF4-FFF2-40B4-BE49-F238E27FC236}">
                <a16:creationId xmlns:a16="http://schemas.microsoft.com/office/drawing/2014/main" id="{34C791AA-6ADE-482C-84FA-0C0F9AC76762}"/>
              </a:ext>
            </a:extLst>
          </p:cNvPr>
          <p:cNvSpPr>
            <a:spLocks xmlns:a="http://schemas.openxmlformats.org/drawingml/2006/main" noGrp="1"/>
          </p:cNvSpPr>
          <p:nvPr/>
        </p:nvSpPr>
        <p:spPr>
          <a:xfrm xmlns:a="http://schemas.openxmlformats.org/drawingml/2006/main">
            <a:off x="10492541" y="498631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65" name="">
            <a:extLst xmlns:a="http://schemas.openxmlformats.org/drawingml/2006/main">
              <a:ext uri="{FF2B5EF4-FFF2-40B4-BE49-F238E27FC236}">
                <a16:creationId xmlns:a16="http://schemas.microsoft.com/office/drawing/2014/main" id="{347DDD60-76BE-4A40-96D6-FA0259F53C4C}"/>
              </a:ext>
            </a:extLst>
          </p:cNvPr>
          <p:cNvSpPr>
            <a:spLocks xmlns:a="http://schemas.openxmlformats.org/drawingml/2006/main" noGrp="1"/>
          </p:cNvSpPr>
          <p:nvPr/>
        </p:nvSpPr>
        <p:spPr>
          <a:xfrm xmlns:a="http://schemas.openxmlformats.org/drawingml/2006/main">
            <a:off x="10838512" y="387080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66" name="">
            <a:extLst xmlns:a="http://schemas.openxmlformats.org/drawingml/2006/main">
              <a:ext uri="{FF2B5EF4-FFF2-40B4-BE49-F238E27FC236}">
                <a16:creationId xmlns:a16="http://schemas.microsoft.com/office/drawing/2014/main" id="{5C5E233B-478D-4DB3-9E94-A30F2928D427}"/>
              </a:ext>
            </a:extLst>
          </p:cNvPr>
          <p:cNvSpPr>
            <a:spLocks xmlns:a="http://schemas.openxmlformats.org/drawingml/2006/main" noGrp="1"/>
          </p:cNvSpPr>
          <p:nvPr/>
        </p:nvSpPr>
        <p:spPr>
          <a:xfrm xmlns:a="http://schemas.openxmlformats.org/drawingml/2006/main">
            <a:off x="9351241" y="434643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67" name="">
            <a:extLst xmlns:a="http://schemas.openxmlformats.org/drawingml/2006/main">
              <a:ext uri="{FF2B5EF4-FFF2-40B4-BE49-F238E27FC236}">
                <a16:creationId xmlns:a16="http://schemas.microsoft.com/office/drawing/2014/main" id="{CA8408EB-7BAB-44E3-A790-D74B666FE574}"/>
              </a:ext>
            </a:extLst>
          </p:cNvPr>
          <p:cNvSpPr>
            <a:spLocks xmlns:a="http://schemas.openxmlformats.org/drawingml/2006/main" noGrp="1"/>
          </p:cNvSpPr>
          <p:nvPr/>
        </p:nvSpPr>
        <p:spPr>
          <a:xfrm xmlns:a="http://schemas.openxmlformats.org/drawingml/2006/main">
            <a:off x="9506817" y="400970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68" name="">
            <a:extLst xmlns:a="http://schemas.openxmlformats.org/drawingml/2006/main">
              <a:ext uri="{FF2B5EF4-FFF2-40B4-BE49-F238E27FC236}">
                <a16:creationId xmlns:a16="http://schemas.microsoft.com/office/drawing/2014/main" id="{AF480CD9-D5C1-4AE1-99AA-6B82A6664040}"/>
              </a:ext>
            </a:extLst>
          </p:cNvPr>
          <p:cNvSpPr>
            <a:spLocks xmlns:a="http://schemas.openxmlformats.org/drawingml/2006/main" noGrp="1"/>
          </p:cNvSpPr>
          <p:nvPr/>
        </p:nvSpPr>
        <p:spPr>
          <a:xfrm xmlns:a="http://schemas.openxmlformats.org/drawingml/2006/main">
            <a:off x="9001998" y="443881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69" name="">
            <a:extLst xmlns:a="http://schemas.openxmlformats.org/drawingml/2006/main">
              <a:ext uri="{FF2B5EF4-FFF2-40B4-BE49-F238E27FC236}">
                <a16:creationId xmlns:a16="http://schemas.microsoft.com/office/drawing/2014/main" id="{8BC6DBA4-4E40-402D-9B0B-F1618B17ACF2}"/>
              </a:ext>
            </a:extLst>
          </p:cNvPr>
          <p:cNvSpPr>
            <a:spLocks xmlns:a="http://schemas.openxmlformats.org/drawingml/2006/main" noGrp="1"/>
          </p:cNvSpPr>
          <p:nvPr/>
        </p:nvSpPr>
        <p:spPr>
          <a:xfrm xmlns:a="http://schemas.openxmlformats.org/drawingml/2006/main">
            <a:off x="10661759" y="418532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70" name="">
            <a:extLst xmlns:a="http://schemas.openxmlformats.org/drawingml/2006/main">
              <a:ext uri="{FF2B5EF4-FFF2-40B4-BE49-F238E27FC236}">
                <a16:creationId xmlns:a16="http://schemas.microsoft.com/office/drawing/2014/main" id="{839E1644-0E6F-4DBF-BD55-C17D7FF261A5}"/>
              </a:ext>
            </a:extLst>
          </p:cNvPr>
          <p:cNvSpPr>
            <a:spLocks xmlns:a="http://schemas.openxmlformats.org/drawingml/2006/main" noGrp="1"/>
          </p:cNvSpPr>
          <p:nvPr/>
        </p:nvSpPr>
        <p:spPr>
          <a:xfrm xmlns:a="http://schemas.openxmlformats.org/drawingml/2006/main">
            <a:off x="9691163" y="340873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71" name="">
            <a:extLst xmlns:a="http://schemas.openxmlformats.org/drawingml/2006/main">
              <a:ext uri="{FF2B5EF4-FFF2-40B4-BE49-F238E27FC236}">
                <a16:creationId xmlns:a16="http://schemas.microsoft.com/office/drawing/2014/main" id="{AFF48C2D-8D11-4703-B86F-1DA31326808F}"/>
              </a:ext>
            </a:extLst>
          </p:cNvPr>
          <p:cNvSpPr>
            <a:spLocks xmlns:a="http://schemas.openxmlformats.org/drawingml/2006/main" noGrp="1"/>
          </p:cNvSpPr>
          <p:nvPr/>
        </p:nvSpPr>
        <p:spPr>
          <a:xfrm xmlns:a="http://schemas.openxmlformats.org/drawingml/2006/main">
            <a:off x="9917452" y="462096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72" name="">
            <a:extLst xmlns:a="http://schemas.openxmlformats.org/drawingml/2006/main">
              <a:ext uri="{FF2B5EF4-FFF2-40B4-BE49-F238E27FC236}">
                <a16:creationId xmlns:a16="http://schemas.microsoft.com/office/drawing/2014/main" id="{E38DE2FF-20BB-45F0-AA32-CAA87CEB8002}"/>
              </a:ext>
            </a:extLst>
          </p:cNvPr>
          <p:cNvSpPr>
            <a:spLocks xmlns:a="http://schemas.openxmlformats.org/drawingml/2006/main" noGrp="1"/>
          </p:cNvSpPr>
          <p:nvPr/>
        </p:nvSpPr>
        <p:spPr>
          <a:xfrm xmlns:a="http://schemas.openxmlformats.org/drawingml/2006/main">
            <a:off x="10562768" y="348562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73" name="">
            <a:extLst xmlns:a="http://schemas.openxmlformats.org/drawingml/2006/main">
              <a:ext uri="{FF2B5EF4-FFF2-40B4-BE49-F238E27FC236}">
                <a16:creationId xmlns:a16="http://schemas.microsoft.com/office/drawing/2014/main" id="{4DDB6134-064F-433F-ADF2-8210ECB99409}"/>
              </a:ext>
            </a:extLst>
          </p:cNvPr>
          <p:cNvSpPr>
            <a:spLocks xmlns:a="http://schemas.openxmlformats.org/drawingml/2006/main" noGrp="1"/>
          </p:cNvSpPr>
          <p:nvPr/>
        </p:nvSpPr>
        <p:spPr>
          <a:xfrm xmlns:a="http://schemas.openxmlformats.org/drawingml/2006/main">
            <a:off x="10870272" y="410476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74" name="">
            <a:extLst xmlns:a="http://schemas.openxmlformats.org/drawingml/2006/main">
              <a:ext uri="{FF2B5EF4-FFF2-40B4-BE49-F238E27FC236}">
                <a16:creationId xmlns:a16="http://schemas.microsoft.com/office/drawing/2014/main" id="{F83C1AF1-E76A-43DD-AB9B-BF89F6079C20}"/>
              </a:ext>
            </a:extLst>
          </p:cNvPr>
          <p:cNvSpPr>
            <a:spLocks xmlns:a="http://schemas.openxmlformats.org/drawingml/2006/main" noGrp="1"/>
          </p:cNvSpPr>
          <p:nvPr/>
        </p:nvSpPr>
        <p:spPr>
          <a:xfrm xmlns:a="http://schemas.openxmlformats.org/drawingml/2006/main">
            <a:off x="11054950" y="416590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75" name="">
            <a:extLst xmlns:a="http://schemas.openxmlformats.org/drawingml/2006/main">
              <a:ext uri="{FF2B5EF4-FFF2-40B4-BE49-F238E27FC236}">
                <a16:creationId xmlns:a16="http://schemas.microsoft.com/office/drawing/2014/main" id="{FF2FDB8E-6C45-42A9-997B-D77380D913DF}"/>
              </a:ext>
            </a:extLst>
          </p:cNvPr>
          <p:cNvSpPr>
            <a:spLocks xmlns:a="http://schemas.openxmlformats.org/drawingml/2006/main" noGrp="1"/>
          </p:cNvSpPr>
          <p:nvPr/>
        </p:nvSpPr>
        <p:spPr>
          <a:xfrm xmlns:a="http://schemas.openxmlformats.org/drawingml/2006/main">
            <a:off x="9607637" y="376122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76" name="">
            <a:extLst xmlns:a="http://schemas.openxmlformats.org/drawingml/2006/main">
              <a:ext uri="{FF2B5EF4-FFF2-40B4-BE49-F238E27FC236}">
                <a16:creationId xmlns:a16="http://schemas.microsoft.com/office/drawing/2014/main" id="{B48B8C4E-AF62-42AD-9ABA-8DEB654BEAC4}"/>
              </a:ext>
            </a:extLst>
          </p:cNvPr>
          <p:cNvSpPr>
            <a:spLocks xmlns:a="http://schemas.openxmlformats.org/drawingml/2006/main" noGrp="1"/>
          </p:cNvSpPr>
          <p:nvPr/>
        </p:nvSpPr>
        <p:spPr>
          <a:xfrm xmlns:a="http://schemas.openxmlformats.org/drawingml/2006/main">
            <a:off x="9564151" y="399604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77" name="">
            <a:extLst xmlns:a="http://schemas.openxmlformats.org/drawingml/2006/main">
              <a:ext uri="{FF2B5EF4-FFF2-40B4-BE49-F238E27FC236}">
                <a16:creationId xmlns:a16="http://schemas.microsoft.com/office/drawing/2014/main" id="{E8B5A29F-FB48-48FC-B3CF-7394F4FA383A}"/>
              </a:ext>
            </a:extLst>
          </p:cNvPr>
          <p:cNvSpPr>
            <a:spLocks xmlns:a="http://schemas.openxmlformats.org/drawingml/2006/main" noGrp="1"/>
          </p:cNvSpPr>
          <p:nvPr/>
        </p:nvSpPr>
        <p:spPr>
          <a:xfrm xmlns:a="http://schemas.openxmlformats.org/drawingml/2006/main">
            <a:off x="8697428" y="477986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78" name="">
            <a:extLst xmlns:a="http://schemas.openxmlformats.org/drawingml/2006/main">
              <a:ext uri="{FF2B5EF4-FFF2-40B4-BE49-F238E27FC236}">
                <a16:creationId xmlns:a16="http://schemas.microsoft.com/office/drawing/2014/main" id="{ED504D00-B376-46BD-991A-10457DABDC6B}"/>
              </a:ext>
            </a:extLst>
          </p:cNvPr>
          <p:cNvSpPr>
            <a:spLocks xmlns:a="http://schemas.openxmlformats.org/drawingml/2006/main" noGrp="1"/>
          </p:cNvSpPr>
          <p:nvPr/>
        </p:nvSpPr>
        <p:spPr>
          <a:xfrm xmlns:a="http://schemas.openxmlformats.org/drawingml/2006/main">
            <a:off x="10611225" y="474484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79" name="">
            <a:extLst xmlns:a="http://schemas.openxmlformats.org/drawingml/2006/main">
              <a:ext uri="{FF2B5EF4-FFF2-40B4-BE49-F238E27FC236}">
                <a16:creationId xmlns:a16="http://schemas.microsoft.com/office/drawing/2014/main" id="{B456EF34-0C57-407C-AE02-B6E0AF89B7A3}"/>
              </a:ext>
            </a:extLst>
          </p:cNvPr>
          <p:cNvSpPr>
            <a:spLocks xmlns:a="http://schemas.openxmlformats.org/drawingml/2006/main" noGrp="1"/>
          </p:cNvSpPr>
          <p:nvPr/>
        </p:nvSpPr>
        <p:spPr>
          <a:xfrm xmlns:a="http://schemas.openxmlformats.org/drawingml/2006/main">
            <a:off x="9562461" y="393298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80" name="">
            <a:extLst xmlns:a="http://schemas.openxmlformats.org/drawingml/2006/main">
              <a:ext uri="{FF2B5EF4-FFF2-40B4-BE49-F238E27FC236}">
                <a16:creationId xmlns:a16="http://schemas.microsoft.com/office/drawing/2014/main" id="{E9A24F15-6E19-4393-8BBF-B4E6E605A7C0}"/>
              </a:ext>
            </a:extLst>
          </p:cNvPr>
          <p:cNvSpPr>
            <a:spLocks xmlns:a="http://schemas.openxmlformats.org/drawingml/2006/main" noGrp="1"/>
          </p:cNvSpPr>
          <p:nvPr/>
        </p:nvSpPr>
        <p:spPr>
          <a:xfrm xmlns:a="http://schemas.openxmlformats.org/drawingml/2006/main">
            <a:off x="9878171" y="361633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81" name="">
            <a:extLst xmlns:a="http://schemas.openxmlformats.org/drawingml/2006/main">
              <a:ext uri="{FF2B5EF4-FFF2-40B4-BE49-F238E27FC236}">
                <a16:creationId xmlns:a16="http://schemas.microsoft.com/office/drawing/2014/main" id="{6059A24C-E518-4D7C-BE3F-A9A6BC1A518A}"/>
              </a:ext>
            </a:extLst>
          </p:cNvPr>
          <p:cNvSpPr>
            <a:spLocks xmlns:a="http://schemas.openxmlformats.org/drawingml/2006/main" noGrp="1"/>
          </p:cNvSpPr>
          <p:nvPr/>
        </p:nvSpPr>
        <p:spPr>
          <a:xfrm xmlns:a="http://schemas.openxmlformats.org/drawingml/2006/main">
            <a:off x="8737256" y="457830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82" name="">
            <a:extLst xmlns:a="http://schemas.openxmlformats.org/drawingml/2006/main">
              <a:ext uri="{FF2B5EF4-FFF2-40B4-BE49-F238E27FC236}">
                <a16:creationId xmlns:a16="http://schemas.microsoft.com/office/drawing/2014/main" id="{B3F2763C-0949-4F6D-B7CB-8AA2A8890B45}"/>
              </a:ext>
            </a:extLst>
          </p:cNvPr>
          <p:cNvSpPr>
            <a:spLocks xmlns:a="http://schemas.openxmlformats.org/drawingml/2006/main" noGrp="1"/>
          </p:cNvSpPr>
          <p:nvPr/>
        </p:nvSpPr>
        <p:spPr>
          <a:xfrm xmlns:a="http://schemas.openxmlformats.org/drawingml/2006/main">
            <a:off x="8715667" y="467289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83" name="">
            <a:extLst xmlns:a="http://schemas.openxmlformats.org/drawingml/2006/main">
              <a:ext uri="{FF2B5EF4-FFF2-40B4-BE49-F238E27FC236}">
                <a16:creationId xmlns:a16="http://schemas.microsoft.com/office/drawing/2014/main" id="{AE1F4516-84E3-4AD1-96A4-8C07DE254E5E}"/>
              </a:ext>
            </a:extLst>
          </p:cNvPr>
          <p:cNvSpPr>
            <a:spLocks xmlns:a="http://schemas.openxmlformats.org/drawingml/2006/main" noGrp="1"/>
          </p:cNvSpPr>
          <p:nvPr/>
        </p:nvSpPr>
        <p:spPr>
          <a:xfrm xmlns:a="http://schemas.openxmlformats.org/drawingml/2006/main">
            <a:off x="8772661" y="455172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84" name="">
            <a:extLst xmlns:a="http://schemas.openxmlformats.org/drawingml/2006/main">
              <a:ext uri="{FF2B5EF4-FFF2-40B4-BE49-F238E27FC236}">
                <a16:creationId xmlns:a16="http://schemas.microsoft.com/office/drawing/2014/main" id="{4B6CAAF0-BBDC-40D0-9DA9-75210183B3C6}"/>
              </a:ext>
            </a:extLst>
          </p:cNvPr>
          <p:cNvSpPr>
            <a:spLocks xmlns:a="http://schemas.openxmlformats.org/drawingml/2006/main" noGrp="1"/>
          </p:cNvSpPr>
          <p:nvPr/>
        </p:nvSpPr>
        <p:spPr>
          <a:xfrm xmlns:a="http://schemas.openxmlformats.org/drawingml/2006/main">
            <a:off x="10494647" y="500128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85" name="">
            <a:extLst xmlns:a="http://schemas.openxmlformats.org/drawingml/2006/main">
              <a:ext uri="{FF2B5EF4-FFF2-40B4-BE49-F238E27FC236}">
                <a16:creationId xmlns:a16="http://schemas.microsoft.com/office/drawing/2014/main" id="{EEF6A86D-2CB3-4A40-B922-336D61B79211}"/>
              </a:ext>
            </a:extLst>
          </p:cNvPr>
          <p:cNvSpPr>
            <a:spLocks xmlns:a="http://schemas.openxmlformats.org/drawingml/2006/main" noGrp="1"/>
          </p:cNvSpPr>
          <p:nvPr/>
        </p:nvSpPr>
        <p:spPr>
          <a:xfrm xmlns:a="http://schemas.openxmlformats.org/drawingml/2006/main">
            <a:off x="10439230" y="480407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86" name="">
            <a:extLst xmlns:a="http://schemas.openxmlformats.org/drawingml/2006/main">
              <a:ext uri="{FF2B5EF4-FFF2-40B4-BE49-F238E27FC236}">
                <a16:creationId xmlns:a16="http://schemas.microsoft.com/office/drawing/2014/main" id="{944BBE5E-5966-4472-8A52-7ED260C03D79}"/>
              </a:ext>
            </a:extLst>
          </p:cNvPr>
          <p:cNvSpPr>
            <a:spLocks xmlns:a="http://schemas.openxmlformats.org/drawingml/2006/main" noGrp="1"/>
          </p:cNvSpPr>
          <p:nvPr/>
        </p:nvSpPr>
        <p:spPr>
          <a:xfrm xmlns:a="http://schemas.openxmlformats.org/drawingml/2006/main">
            <a:off x="8969966" y="441518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87" name="">
            <a:extLst xmlns:a="http://schemas.openxmlformats.org/drawingml/2006/main">
              <a:ext uri="{FF2B5EF4-FFF2-40B4-BE49-F238E27FC236}">
                <a16:creationId xmlns:a16="http://schemas.microsoft.com/office/drawing/2014/main" id="{AEC2DAB3-18DB-46C5-BF68-AC805DA1C102}"/>
              </a:ext>
            </a:extLst>
          </p:cNvPr>
          <p:cNvSpPr>
            <a:spLocks xmlns:a="http://schemas.openxmlformats.org/drawingml/2006/main" noGrp="1"/>
          </p:cNvSpPr>
          <p:nvPr/>
        </p:nvSpPr>
        <p:spPr>
          <a:xfrm xmlns:a="http://schemas.openxmlformats.org/drawingml/2006/main">
            <a:off x="9484800" y="380535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88" name="">
            <a:extLst xmlns:a="http://schemas.openxmlformats.org/drawingml/2006/main">
              <a:ext uri="{FF2B5EF4-FFF2-40B4-BE49-F238E27FC236}">
                <a16:creationId xmlns:a16="http://schemas.microsoft.com/office/drawing/2014/main" id="{DF3B1723-1F0B-42D5-B42A-87C49717A566}"/>
              </a:ext>
            </a:extLst>
          </p:cNvPr>
          <p:cNvSpPr>
            <a:spLocks xmlns:a="http://schemas.openxmlformats.org/drawingml/2006/main" noGrp="1"/>
          </p:cNvSpPr>
          <p:nvPr/>
        </p:nvSpPr>
        <p:spPr>
          <a:xfrm xmlns:a="http://schemas.openxmlformats.org/drawingml/2006/main">
            <a:off x="10080814" y="392260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89" name="">
            <a:extLst xmlns:a="http://schemas.openxmlformats.org/drawingml/2006/main">
              <a:ext uri="{FF2B5EF4-FFF2-40B4-BE49-F238E27FC236}">
                <a16:creationId xmlns:a16="http://schemas.microsoft.com/office/drawing/2014/main" id="{B57D1829-A35E-470C-9C65-C4AA9E65FD35}"/>
              </a:ext>
            </a:extLst>
          </p:cNvPr>
          <p:cNvSpPr>
            <a:spLocks xmlns:a="http://schemas.openxmlformats.org/drawingml/2006/main" noGrp="1"/>
          </p:cNvSpPr>
          <p:nvPr/>
        </p:nvSpPr>
        <p:spPr>
          <a:xfrm xmlns:a="http://schemas.openxmlformats.org/drawingml/2006/main">
            <a:off x="9610210" y="336252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90" name="">
            <a:extLst xmlns:a="http://schemas.openxmlformats.org/drawingml/2006/main">
              <a:ext uri="{FF2B5EF4-FFF2-40B4-BE49-F238E27FC236}">
                <a16:creationId xmlns:a16="http://schemas.microsoft.com/office/drawing/2014/main" id="{885C91E8-102C-4FEA-A1D7-BD38AC20AA32}"/>
              </a:ext>
            </a:extLst>
          </p:cNvPr>
          <p:cNvSpPr>
            <a:spLocks xmlns:a="http://schemas.openxmlformats.org/drawingml/2006/main" noGrp="1"/>
          </p:cNvSpPr>
          <p:nvPr/>
        </p:nvSpPr>
        <p:spPr>
          <a:xfrm xmlns:a="http://schemas.openxmlformats.org/drawingml/2006/main">
            <a:off x="10458779" y="481025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91" name="">
            <a:extLst xmlns:a="http://schemas.openxmlformats.org/drawingml/2006/main">
              <a:ext uri="{FF2B5EF4-FFF2-40B4-BE49-F238E27FC236}">
                <a16:creationId xmlns:a16="http://schemas.microsoft.com/office/drawing/2014/main" id="{8BE0C5BE-3792-45EF-BBBE-024CE2303889}"/>
              </a:ext>
            </a:extLst>
          </p:cNvPr>
          <p:cNvSpPr>
            <a:spLocks xmlns:a="http://schemas.openxmlformats.org/drawingml/2006/main" noGrp="1"/>
          </p:cNvSpPr>
          <p:nvPr/>
        </p:nvSpPr>
        <p:spPr>
          <a:xfrm xmlns:a="http://schemas.openxmlformats.org/drawingml/2006/main">
            <a:off x="8698285" y="478704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92" name="">
            <a:extLst xmlns:a="http://schemas.openxmlformats.org/drawingml/2006/main">
              <a:ext uri="{FF2B5EF4-FFF2-40B4-BE49-F238E27FC236}">
                <a16:creationId xmlns:a16="http://schemas.microsoft.com/office/drawing/2014/main" id="{AB7C1C35-9332-43A5-87F9-FDC84D7A9B6F}"/>
              </a:ext>
            </a:extLst>
          </p:cNvPr>
          <p:cNvSpPr>
            <a:spLocks xmlns:a="http://schemas.openxmlformats.org/drawingml/2006/main" noGrp="1"/>
          </p:cNvSpPr>
          <p:nvPr/>
        </p:nvSpPr>
        <p:spPr>
          <a:xfrm xmlns:a="http://schemas.openxmlformats.org/drawingml/2006/main">
            <a:off x="10543397" y="479040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93" name="">
            <a:extLst xmlns:a="http://schemas.openxmlformats.org/drawingml/2006/main">
              <a:ext uri="{FF2B5EF4-FFF2-40B4-BE49-F238E27FC236}">
                <a16:creationId xmlns:a16="http://schemas.microsoft.com/office/drawing/2014/main" id="{357DC67D-D20B-425B-986B-E10FDB7A73C4}"/>
              </a:ext>
            </a:extLst>
          </p:cNvPr>
          <p:cNvSpPr>
            <a:spLocks xmlns:a="http://schemas.openxmlformats.org/drawingml/2006/main" noGrp="1"/>
          </p:cNvSpPr>
          <p:nvPr/>
        </p:nvSpPr>
        <p:spPr>
          <a:xfrm xmlns:a="http://schemas.openxmlformats.org/drawingml/2006/main">
            <a:off x="9404335" y="380778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94" name="">
            <a:extLst xmlns:a="http://schemas.openxmlformats.org/drawingml/2006/main">
              <a:ext uri="{FF2B5EF4-FFF2-40B4-BE49-F238E27FC236}">
                <a16:creationId xmlns:a16="http://schemas.microsoft.com/office/drawing/2014/main" id="{EE3449F0-5775-4EBE-BD2C-003C519CE6EF}"/>
              </a:ext>
            </a:extLst>
          </p:cNvPr>
          <p:cNvSpPr>
            <a:spLocks xmlns:a="http://schemas.openxmlformats.org/drawingml/2006/main" noGrp="1"/>
          </p:cNvSpPr>
          <p:nvPr/>
        </p:nvSpPr>
        <p:spPr>
          <a:xfrm xmlns:a="http://schemas.openxmlformats.org/drawingml/2006/main">
            <a:off x="10426549" y="363503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95" name="">
            <a:extLst xmlns:a="http://schemas.openxmlformats.org/drawingml/2006/main">
              <a:ext uri="{FF2B5EF4-FFF2-40B4-BE49-F238E27FC236}">
                <a16:creationId xmlns:a16="http://schemas.microsoft.com/office/drawing/2014/main" id="{84467FDE-78CD-4238-9195-F785C5D303E4}"/>
              </a:ext>
            </a:extLst>
          </p:cNvPr>
          <p:cNvSpPr>
            <a:spLocks xmlns:a="http://schemas.openxmlformats.org/drawingml/2006/main" noGrp="1"/>
          </p:cNvSpPr>
          <p:nvPr/>
        </p:nvSpPr>
        <p:spPr>
          <a:xfrm xmlns:a="http://schemas.openxmlformats.org/drawingml/2006/main">
            <a:off x="10267068" y="352021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96" name="">
            <a:extLst xmlns:a="http://schemas.openxmlformats.org/drawingml/2006/main">
              <a:ext uri="{FF2B5EF4-FFF2-40B4-BE49-F238E27FC236}">
                <a16:creationId xmlns:a16="http://schemas.microsoft.com/office/drawing/2014/main" id="{8D4B668F-42BD-4059-829C-ED2791FD6AA1}"/>
              </a:ext>
            </a:extLst>
          </p:cNvPr>
          <p:cNvSpPr>
            <a:spLocks xmlns:a="http://schemas.openxmlformats.org/drawingml/2006/main" noGrp="1"/>
          </p:cNvSpPr>
          <p:nvPr/>
        </p:nvSpPr>
        <p:spPr>
          <a:xfrm xmlns:a="http://schemas.openxmlformats.org/drawingml/2006/main">
            <a:off x="9296400" y="351708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97" name="">
            <a:extLst xmlns:a="http://schemas.openxmlformats.org/drawingml/2006/main">
              <a:ext uri="{FF2B5EF4-FFF2-40B4-BE49-F238E27FC236}">
                <a16:creationId xmlns:a16="http://schemas.microsoft.com/office/drawing/2014/main" id="{EC397658-8D51-40A1-AC69-7A891751FFD2}"/>
              </a:ext>
            </a:extLst>
          </p:cNvPr>
          <p:cNvSpPr>
            <a:spLocks xmlns:a="http://schemas.openxmlformats.org/drawingml/2006/main" noGrp="1"/>
          </p:cNvSpPr>
          <p:nvPr/>
        </p:nvSpPr>
        <p:spPr>
          <a:xfrm xmlns:a="http://schemas.openxmlformats.org/drawingml/2006/main">
            <a:off x="10042062" y="364345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98" name="">
            <a:extLst xmlns:a="http://schemas.openxmlformats.org/drawingml/2006/main">
              <a:ext uri="{FF2B5EF4-FFF2-40B4-BE49-F238E27FC236}">
                <a16:creationId xmlns:a16="http://schemas.microsoft.com/office/drawing/2014/main" id="{6ED8477F-6AAC-4F28-8804-D001755D3C81}"/>
              </a:ext>
            </a:extLst>
          </p:cNvPr>
          <p:cNvSpPr>
            <a:spLocks xmlns:a="http://schemas.openxmlformats.org/drawingml/2006/main" noGrp="1"/>
          </p:cNvSpPr>
          <p:nvPr/>
        </p:nvSpPr>
        <p:spPr>
          <a:xfrm xmlns:a="http://schemas.openxmlformats.org/drawingml/2006/main">
            <a:off x="9892682" y="352825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399" name="">
            <a:extLst xmlns:a="http://schemas.openxmlformats.org/drawingml/2006/main">
              <a:ext uri="{FF2B5EF4-FFF2-40B4-BE49-F238E27FC236}">
                <a16:creationId xmlns:a16="http://schemas.microsoft.com/office/drawing/2014/main" id="{8358B7B7-C06C-417F-A89F-C97547F9E607}"/>
              </a:ext>
            </a:extLst>
          </p:cNvPr>
          <p:cNvSpPr>
            <a:spLocks xmlns:a="http://schemas.openxmlformats.org/drawingml/2006/main" noGrp="1"/>
          </p:cNvSpPr>
          <p:nvPr/>
        </p:nvSpPr>
        <p:spPr>
          <a:xfrm xmlns:a="http://schemas.openxmlformats.org/drawingml/2006/main">
            <a:off x="10044074" y="340378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00" name="">
            <a:extLst xmlns:a="http://schemas.openxmlformats.org/drawingml/2006/main">
              <a:ext uri="{FF2B5EF4-FFF2-40B4-BE49-F238E27FC236}">
                <a16:creationId xmlns:a16="http://schemas.microsoft.com/office/drawing/2014/main" id="{E0209CEB-E529-4E0B-9E58-3DE802D1449F}"/>
              </a:ext>
            </a:extLst>
          </p:cNvPr>
          <p:cNvSpPr>
            <a:spLocks xmlns:a="http://schemas.openxmlformats.org/drawingml/2006/main" noGrp="1"/>
          </p:cNvSpPr>
          <p:nvPr/>
        </p:nvSpPr>
        <p:spPr>
          <a:xfrm xmlns:a="http://schemas.openxmlformats.org/drawingml/2006/main">
            <a:off x="9337285" y="416257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01" name="">
            <a:extLst xmlns:a="http://schemas.openxmlformats.org/drawingml/2006/main">
              <a:ext uri="{FF2B5EF4-FFF2-40B4-BE49-F238E27FC236}">
                <a16:creationId xmlns:a16="http://schemas.microsoft.com/office/drawing/2014/main" id="{7428F904-2EF6-4A82-A886-DB6FBB24BE36}"/>
              </a:ext>
            </a:extLst>
          </p:cNvPr>
          <p:cNvSpPr>
            <a:spLocks xmlns:a="http://schemas.openxmlformats.org/drawingml/2006/main" noGrp="1"/>
          </p:cNvSpPr>
          <p:nvPr/>
        </p:nvSpPr>
        <p:spPr>
          <a:xfrm xmlns:a="http://schemas.openxmlformats.org/drawingml/2006/main">
            <a:off x="9613492" y="339619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02" name="">
            <a:extLst xmlns:a="http://schemas.openxmlformats.org/drawingml/2006/main">
              <a:ext uri="{FF2B5EF4-FFF2-40B4-BE49-F238E27FC236}">
                <a16:creationId xmlns:a16="http://schemas.microsoft.com/office/drawing/2014/main" id="{99A90D24-66BF-4E7D-8333-E1E7DBD8D985}"/>
              </a:ext>
            </a:extLst>
          </p:cNvPr>
          <p:cNvSpPr>
            <a:spLocks xmlns:a="http://schemas.openxmlformats.org/drawingml/2006/main" noGrp="1"/>
          </p:cNvSpPr>
          <p:nvPr/>
        </p:nvSpPr>
        <p:spPr>
          <a:xfrm xmlns:a="http://schemas.openxmlformats.org/drawingml/2006/main">
            <a:off x="10315664" y="355248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03" name="">
            <a:extLst xmlns:a="http://schemas.openxmlformats.org/drawingml/2006/main">
              <a:ext uri="{FF2B5EF4-FFF2-40B4-BE49-F238E27FC236}">
                <a16:creationId xmlns:a16="http://schemas.microsoft.com/office/drawing/2014/main" id="{C9197D5A-E1E0-4546-9C80-D31CA9805864}"/>
              </a:ext>
            </a:extLst>
          </p:cNvPr>
          <p:cNvSpPr>
            <a:spLocks xmlns:a="http://schemas.openxmlformats.org/drawingml/2006/main" noGrp="1"/>
          </p:cNvSpPr>
          <p:nvPr/>
        </p:nvSpPr>
        <p:spPr>
          <a:xfrm xmlns:a="http://schemas.openxmlformats.org/drawingml/2006/main">
            <a:off x="9715593" y="339055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04" name="">
            <a:extLst xmlns:a="http://schemas.openxmlformats.org/drawingml/2006/main">
              <a:ext uri="{FF2B5EF4-FFF2-40B4-BE49-F238E27FC236}">
                <a16:creationId xmlns:a16="http://schemas.microsoft.com/office/drawing/2014/main" id="{A47BC86C-72B2-49E1-B073-B1103E6C4DF2}"/>
              </a:ext>
            </a:extLst>
          </p:cNvPr>
          <p:cNvSpPr>
            <a:spLocks xmlns:a="http://schemas.openxmlformats.org/drawingml/2006/main" noGrp="1"/>
          </p:cNvSpPr>
          <p:nvPr/>
        </p:nvSpPr>
        <p:spPr>
          <a:xfrm xmlns:a="http://schemas.openxmlformats.org/drawingml/2006/main">
            <a:off x="9753092" y="372987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05" name="">
            <a:extLst xmlns:a="http://schemas.openxmlformats.org/drawingml/2006/main">
              <a:ext uri="{FF2B5EF4-FFF2-40B4-BE49-F238E27FC236}">
                <a16:creationId xmlns:a16="http://schemas.microsoft.com/office/drawing/2014/main" id="{A9A94E5C-51E3-455E-B65A-7612C7C38160}"/>
              </a:ext>
            </a:extLst>
          </p:cNvPr>
          <p:cNvSpPr>
            <a:spLocks xmlns:a="http://schemas.openxmlformats.org/drawingml/2006/main" noGrp="1"/>
          </p:cNvSpPr>
          <p:nvPr/>
        </p:nvSpPr>
        <p:spPr>
          <a:xfrm xmlns:a="http://schemas.openxmlformats.org/drawingml/2006/main">
            <a:off x="10294268" y="322346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06" name="">
            <a:extLst xmlns:a="http://schemas.openxmlformats.org/drawingml/2006/main">
              <a:ext uri="{FF2B5EF4-FFF2-40B4-BE49-F238E27FC236}">
                <a16:creationId xmlns:a16="http://schemas.microsoft.com/office/drawing/2014/main" id="{722629F0-72D4-44C9-B6B7-310A233E6DE8}"/>
              </a:ext>
            </a:extLst>
          </p:cNvPr>
          <p:cNvSpPr>
            <a:spLocks xmlns:a="http://schemas.openxmlformats.org/drawingml/2006/main" noGrp="1"/>
          </p:cNvSpPr>
          <p:nvPr/>
        </p:nvSpPr>
        <p:spPr>
          <a:xfrm xmlns:a="http://schemas.openxmlformats.org/drawingml/2006/main">
            <a:off x="9815224" y="363148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07" name="">
            <a:extLst xmlns:a="http://schemas.openxmlformats.org/drawingml/2006/main">
              <a:ext uri="{FF2B5EF4-FFF2-40B4-BE49-F238E27FC236}">
                <a16:creationId xmlns:a16="http://schemas.microsoft.com/office/drawing/2014/main" id="{885AE96B-3DF8-47FC-9C62-CDD0C2E9FEAB}"/>
              </a:ext>
            </a:extLst>
          </p:cNvPr>
          <p:cNvSpPr>
            <a:spLocks xmlns:a="http://schemas.openxmlformats.org/drawingml/2006/main" noGrp="1"/>
          </p:cNvSpPr>
          <p:nvPr/>
        </p:nvSpPr>
        <p:spPr>
          <a:xfrm xmlns:a="http://schemas.openxmlformats.org/drawingml/2006/main">
            <a:off x="10105422" y="389428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08" name="">
            <a:extLst xmlns:a="http://schemas.openxmlformats.org/drawingml/2006/main">
              <a:ext uri="{FF2B5EF4-FFF2-40B4-BE49-F238E27FC236}">
                <a16:creationId xmlns:a16="http://schemas.microsoft.com/office/drawing/2014/main" id="{A9D9B861-B2A3-41AB-94E2-C516990E1D52}"/>
              </a:ext>
            </a:extLst>
          </p:cNvPr>
          <p:cNvSpPr>
            <a:spLocks xmlns:a="http://schemas.openxmlformats.org/drawingml/2006/main" noGrp="1"/>
          </p:cNvSpPr>
          <p:nvPr/>
        </p:nvSpPr>
        <p:spPr>
          <a:xfrm xmlns:a="http://schemas.openxmlformats.org/drawingml/2006/main">
            <a:off x="9690850" y="340720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09" name="">
            <a:extLst xmlns:a="http://schemas.openxmlformats.org/drawingml/2006/main">
              <a:ext uri="{FF2B5EF4-FFF2-40B4-BE49-F238E27FC236}">
                <a16:creationId xmlns:a16="http://schemas.microsoft.com/office/drawing/2014/main" id="{4161A19D-2D8E-4F6A-BCE8-D7963AE47E62}"/>
              </a:ext>
            </a:extLst>
          </p:cNvPr>
          <p:cNvSpPr>
            <a:spLocks xmlns:a="http://schemas.openxmlformats.org/drawingml/2006/main" noGrp="1"/>
          </p:cNvSpPr>
          <p:nvPr/>
        </p:nvSpPr>
        <p:spPr>
          <a:xfrm xmlns:a="http://schemas.openxmlformats.org/drawingml/2006/main">
            <a:off x="9644246" y="343566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10" name="">
            <a:extLst xmlns:a="http://schemas.openxmlformats.org/drawingml/2006/main">
              <a:ext uri="{FF2B5EF4-FFF2-40B4-BE49-F238E27FC236}">
                <a16:creationId xmlns:a16="http://schemas.microsoft.com/office/drawing/2014/main" id="{41158B98-7495-4A52-82C6-7DAB60F16567}"/>
              </a:ext>
            </a:extLst>
          </p:cNvPr>
          <p:cNvSpPr>
            <a:spLocks xmlns:a="http://schemas.openxmlformats.org/drawingml/2006/main" noGrp="1"/>
          </p:cNvSpPr>
          <p:nvPr/>
        </p:nvSpPr>
        <p:spPr>
          <a:xfrm xmlns:a="http://schemas.openxmlformats.org/drawingml/2006/main">
            <a:off x="10315748" y="371235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11" name="">
            <a:extLst xmlns:a="http://schemas.openxmlformats.org/drawingml/2006/main">
              <a:ext uri="{FF2B5EF4-FFF2-40B4-BE49-F238E27FC236}">
                <a16:creationId xmlns:a16="http://schemas.microsoft.com/office/drawing/2014/main" id="{E2B8F9F2-4C41-4AF3-8F92-F546F558FBFB}"/>
              </a:ext>
            </a:extLst>
          </p:cNvPr>
          <p:cNvSpPr>
            <a:spLocks xmlns:a="http://schemas.openxmlformats.org/drawingml/2006/main" noGrp="1"/>
          </p:cNvSpPr>
          <p:nvPr/>
        </p:nvSpPr>
        <p:spPr>
          <a:xfrm xmlns:a="http://schemas.openxmlformats.org/drawingml/2006/main">
            <a:off x="9567921" y="351291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12" name="">
            <a:extLst xmlns:a="http://schemas.openxmlformats.org/drawingml/2006/main">
              <a:ext uri="{FF2B5EF4-FFF2-40B4-BE49-F238E27FC236}">
                <a16:creationId xmlns:a16="http://schemas.microsoft.com/office/drawing/2014/main" id="{8C0DC945-0CF9-4837-9EFC-AEC440CC575D}"/>
              </a:ext>
            </a:extLst>
          </p:cNvPr>
          <p:cNvSpPr>
            <a:spLocks xmlns:a="http://schemas.openxmlformats.org/drawingml/2006/main" noGrp="1"/>
          </p:cNvSpPr>
          <p:nvPr/>
        </p:nvSpPr>
        <p:spPr>
          <a:xfrm xmlns:a="http://schemas.openxmlformats.org/drawingml/2006/main">
            <a:off x="10187990" y="350173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13" name="">
            <a:extLst xmlns:a="http://schemas.openxmlformats.org/drawingml/2006/main">
              <a:ext uri="{FF2B5EF4-FFF2-40B4-BE49-F238E27FC236}">
                <a16:creationId xmlns:a16="http://schemas.microsoft.com/office/drawing/2014/main" id="{BCA568D4-22BC-4B1B-9E1E-0B3380636BDD}"/>
              </a:ext>
            </a:extLst>
          </p:cNvPr>
          <p:cNvSpPr>
            <a:spLocks xmlns:a="http://schemas.openxmlformats.org/drawingml/2006/main" noGrp="1"/>
          </p:cNvSpPr>
          <p:nvPr/>
        </p:nvSpPr>
        <p:spPr>
          <a:xfrm xmlns:a="http://schemas.openxmlformats.org/drawingml/2006/main">
            <a:off x="10033639" y="364217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14" name="">
            <a:extLst xmlns:a="http://schemas.openxmlformats.org/drawingml/2006/main">
              <a:ext uri="{FF2B5EF4-FFF2-40B4-BE49-F238E27FC236}">
                <a16:creationId xmlns:a16="http://schemas.microsoft.com/office/drawing/2014/main" id="{2B52FAE8-864A-463D-A6B1-CB4C64E7F3A7}"/>
              </a:ext>
            </a:extLst>
          </p:cNvPr>
          <p:cNvSpPr>
            <a:spLocks xmlns:a="http://schemas.openxmlformats.org/drawingml/2006/main" noGrp="1"/>
          </p:cNvSpPr>
          <p:nvPr/>
        </p:nvSpPr>
        <p:spPr>
          <a:xfrm xmlns:a="http://schemas.openxmlformats.org/drawingml/2006/main">
            <a:off x="10047360" y="335533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15" name="">
            <a:extLst xmlns:a="http://schemas.openxmlformats.org/drawingml/2006/main">
              <a:ext uri="{FF2B5EF4-FFF2-40B4-BE49-F238E27FC236}">
                <a16:creationId xmlns:a16="http://schemas.microsoft.com/office/drawing/2014/main" id="{DB2EA4D6-5961-4B60-9434-E9AAED691B18}"/>
              </a:ext>
            </a:extLst>
          </p:cNvPr>
          <p:cNvSpPr>
            <a:spLocks xmlns:a="http://schemas.openxmlformats.org/drawingml/2006/main" noGrp="1"/>
          </p:cNvSpPr>
          <p:nvPr/>
        </p:nvSpPr>
        <p:spPr>
          <a:xfrm xmlns:a="http://schemas.openxmlformats.org/drawingml/2006/main">
            <a:off x="9757089" y="337610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16" name="">
            <a:extLst xmlns:a="http://schemas.openxmlformats.org/drawingml/2006/main">
              <a:ext uri="{FF2B5EF4-FFF2-40B4-BE49-F238E27FC236}">
                <a16:creationId xmlns:a16="http://schemas.microsoft.com/office/drawing/2014/main" id="{CA4B800B-1231-4CEC-8C2C-9D5D1BABB007}"/>
              </a:ext>
            </a:extLst>
          </p:cNvPr>
          <p:cNvSpPr>
            <a:spLocks xmlns:a="http://schemas.openxmlformats.org/drawingml/2006/main" noGrp="1"/>
          </p:cNvSpPr>
          <p:nvPr/>
        </p:nvSpPr>
        <p:spPr>
          <a:xfrm xmlns:a="http://schemas.openxmlformats.org/drawingml/2006/main">
            <a:off x="9614975" y="338488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17" name="">
            <a:extLst xmlns:a="http://schemas.openxmlformats.org/drawingml/2006/main">
              <a:ext uri="{FF2B5EF4-FFF2-40B4-BE49-F238E27FC236}">
                <a16:creationId xmlns:a16="http://schemas.microsoft.com/office/drawing/2014/main" id="{A6BB3440-A9FE-4FE1-9AAC-65A218F8721D}"/>
              </a:ext>
            </a:extLst>
          </p:cNvPr>
          <p:cNvSpPr>
            <a:spLocks xmlns:a="http://schemas.openxmlformats.org/drawingml/2006/main" noGrp="1"/>
          </p:cNvSpPr>
          <p:nvPr/>
        </p:nvSpPr>
        <p:spPr>
          <a:xfrm xmlns:a="http://schemas.openxmlformats.org/drawingml/2006/main">
            <a:off x="10256399" y="366043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18" name="">
            <a:extLst xmlns:a="http://schemas.openxmlformats.org/drawingml/2006/main">
              <a:ext uri="{FF2B5EF4-FFF2-40B4-BE49-F238E27FC236}">
                <a16:creationId xmlns:a16="http://schemas.microsoft.com/office/drawing/2014/main" id="{B68939C7-5CFF-46B3-B9AD-A4DCBDAA1D2A}"/>
              </a:ext>
            </a:extLst>
          </p:cNvPr>
          <p:cNvSpPr>
            <a:spLocks xmlns:a="http://schemas.openxmlformats.org/drawingml/2006/main" noGrp="1"/>
          </p:cNvSpPr>
          <p:nvPr/>
        </p:nvSpPr>
        <p:spPr>
          <a:xfrm xmlns:a="http://schemas.openxmlformats.org/drawingml/2006/main">
            <a:off x="9135425" y="384590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19" name="">
            <a:extLst xmlns:a="http://schemas.openxmlformats.org/drawingml/2006/main">
              <a:ext uri="{FF2B5EF4-FFF2-40B4-BE49-F238E27FC236}">
                <a16:creationId xmlns:a16="http://schemas.microsoft.com/office/drawing/2014/main" id="{CDC1EF0E-C2AB-40F8-82B3-990A8A697A74}"/>
              </a:ext>
            </a:extLst>
          </p:cNvPr>
          <p:cNvSpPr>
            <a:spLocks xmlns:a="http://schemas.openxmlformats.org/drawingml/2006/main" noGrp="1"/>
          </p:cNvSpPr>
          <p:nvPr/>
        </p:nvSpPr>
        <p:spPr>
          <a:xfrm xmlns:a="http://schemas.openxmlformats.org/drawingml/2006/main">
            <a:off x="9174240" y="419738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20" name="">
            <a:extLst xmlns:a="http://schemas.openxmlformats.org/drawingml/2006/main">
              <a:ext uri="{FF2B5EF4-FFF2-40B4-BE49-F238E27FC236}">
                <a16:creationId xmlns:a16="http://schemas.microsoft.com/office/drawing/2014/main" id="{38C967F6-C748-472C-9292-927CBADAC1CD}"/>
              </a:ext>
            </a:extLst>
          </p:cNvPr>
          <p:cNvSpPr>
            <a:spLocks xmlns:a="http://schemas.openxmlformats.org/drawingml/2006/main" noGrp="1"/>
          </p:cNvSpPr>
          <p:nvPr/>
        </p:nvSpPr>
        <p:spPr>
          <a:xfrm xmlns:a="http://schemas.openxmlformats.org/drawingml/2006/main">
            <a:off x="9613242" y="336703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21" name="">
            <a:extLst xmlns:a="http://schemas.openxmlformats.org/drawingml/2006/main">
              <a:ext uri="{FF2B5EF4-FFF2-40B4-BE49-F238E27FC236}">
                <a16:creationId xmlns:a16="http://schemas.microsoft.com/office/drawing/2014/main" id="{12E046FD-87CC-4EF6-91C1-523338D25EE5}"/>
              </a:ext>
            </a:extLst>
          </p:cNvPr>
          <p:cNvSpPr>
            <a:spLocks xmlns:a="http://schemas.openxmlformats.org/drawingml/2006/main" noGrp="1"/>
          </p:cNvSpPr>
          <p:nvPr/>
        </p:nvSpPr>
        <p:spPr>
          <a:xfrm xmlns:a="http://schemas.openxmlformats.org/drawingml/2006/main">
            <a:off x="10250434" y="348305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22" name="">
            <a:extLst xmlns:a="http://schemas.openxmlformats.org/drawingml/2006/main">
              <a:ext uri="{FF2B5EF4-FFF2-40B4-BE49-F238E27FC236}">
                <a16:creationId xmlns:a16="http://schemas.microsoft.com/office/drawing/2014/main" id="{5A51F149-2CA0-48E9-9B1E-830C79C0FABC}"/>
              </a:ext>
            </a:extLst>
          </p:cNvPr>
          <p:cNvSpPr>
            <a:spLocks xmlns:a="http://schemas.openxmlformats.org/drawingml/2006/main" noGrp="1"/>
          </p:cNvSpPr>
          <p:nvPr/>
        </p:nvSpPr>
        <p:spPr>
          <a:xfrm xmlns:a="http://schemas.openxmlformats.org/drawingml/2006/main">
            <a:off x="9341285" y="414864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23" name="">
            <a:extLst xmlns:a="http://schemas.openxmlformats.org/drawingml/2006/main">
              <a:ext uri="{FF2B5EF4-FFF2-40B4-BE49-F238E27FC236}">
                <a16:creationId xmlns:a16="http://schemas.microsoft.com/office/drawing/2014/main" id="{994313BE-3FB5-4457-9C22-410835C59258}"/>
              </a:ext>
            </a:extLst>
          </p:cNvPr>
          <p:cNvSpPr>
            <a:spLocks xmlns:a="http://schemas.openxmlformats.org/drawingml/2006/main" noGrp="1"/>
          </p:cNvSpPr>
          <p:nvPr/>
        </p:nvSpPr>
        <p:spPr>
          <a:xfrm xmlns:a="http://schemas.openxmlformats.org/drawingml/2006/main">
            <a:off x="9423432" y="38199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24" name="">
            <a:extLst xmlns:a="http://schemas.openxmlformats.org/drawingml/2006/main">
              <a:ext uri="{FF2B5EF4-FFF2-40B4-BE49-F238E27FC236}">
                <a16:creationId xmlns:a16="http://schemas.microsoft.com/office/drawing/2014/main" id="{913BF6B1-7D58-4662-B63D-CF8BBFC49210}"/>
              </a:ext>
            </a:extLst>
          </p:cNvPr>
          <p:cNvSpPr>
            <a:spLocks xmlns:a="http://schemas.openxmlformats.org/drawingml/2006/main" noGrp="1"/>
          </p:cNvSpPr>
          <p:nvPr/>
        </p:nvSpPr>
        <p:spPr>
          <a:xfrm xmlns:a="http://schemas.openxmlformats.org/drawingml/2006/main">
            <a:off x="9880037" y="465981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25" name="">
            <a:extLst xmlns:a="http://schemas.openxmlformats.org/drawingml/2006/main">
              <a:ext uri="{FF2B5EF4-FFF2-40B4-BE49-F238E27FC236}">
                <a16:creationId xmlns:a16="http://schemas.microsoft.com/office/drawing/2014/main" id="{67D3A4E0-A37C-4CC9-9166-4D45E7FED7C7}"/>
              </a:ext>
            </a:extLst>
          </p:cNvPr>
          <p:cNvSpPr>
            <a:spLocks xmlns:a="http://schemas.openxmlformats.org/drawingml/2006/main" noGrp="1"/>
          </p:cNvSpPr>
          <p:nvPr/>
        </p:nvSpPr>
        <p:spPr>
          <a:xfrm xmlns:a="http://schemas.openxmlformats.org/drawingml/2006/main">
            <a:off x="9145784" y="451008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26" name="">
            <a:extLst xmlns:a="http://schemas.openxmlformats.org/drawingml/2006/main">
              <a:ext uri="{FF2B5EF4-FFF2-40B4-BE49-F238E27FC236}">
                <a16:creationId xmlns:a16="http://schemas.microsoft.com/office/drawing/2014/main" id="{DE599945-F473-4490-9E99-203A81A3F8EC}"/>
              </a:ext>
            </a:extLst>
          </p:cNvPr>
          <p:cNvSpPr>
            <a:spLocks xmlns:a="http://schemas.openxmlformats.org/drawingml/2006/main" noGrp="1"/>
          </p:cNvSpPr>
          <p:nvPr/>
        </p:nvSpPr>
        <p:spPr>
          <a:xfrm xmlns:a="http://schemas.openxmlformats.org/drawingml/2006/main">
            <a:off x="8711632" y="470018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27" name="">
            <a:extLst xmlns:a="http://schemas.openxmlformats.org/drawingml/2006/main">
              <a:ext uri="{FF2B5EF4-FFF2-40B4-BE49-F238E27FC236}">
                <a16:creationId xmlns:a16="http://schemas.microsoft.com/office/drawing/2014/main" id="{3D46BFE3-E595-418D-9636-6CB9A8BA4179}"/>
              </a:ext>
            </a:extLst>
          </p:cNvPr>
          <p:cNvSpPr>
            <a:spLocks xmlns:a="http://schemas.openxmlformats.org/drawingml/2006/main" noGrp="1"/>
          </p:cNvSpPr>
          <p:nvPr/>
        </p:nvSpPr>
        <p:spPr>
          <a:xfrm xmlns:a="http://schemas.openxmlformats.org/drawingml/2006/main">
            <a:off x="8991540" y="444623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28" name="">
            <a:extLst xmlns:a="http://schemas.openxmlformats.org/drawingml/2006/main">
              <a:ext uri="{FF2B5EF4-FFF2-40B4-BE49-F238E27FC236}">
                <a16:creationId xmlns:a16="http://schemas.microsoft.com/office/drawing/2014/main" id="{67ED035B-4D87-429A-96CE-DEBABFE3A1DF}"/>
              </a:ext>
            </a:extLst>
          </p:cNvPr>
          <p:cNvSpPr>
            <a:spLocks xmlns:a="http://schemas.openxmlformats.org/drawingml/2006/main" noGrp="1"/>
          </p:cNvSpPr>
          <p:nvPr/>
        </p:nvSpPr>
        <p:spPr>
          <a:xfrm xmlns:a="http://schemas.openxmlformats.org/drawingml/2006/main">
            <a:off x="10260051" y="347954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29" name="">
            <a:extLst xmlns:a="http://schemas.openxmlformats.org/drawingml/2006/main">
              <a:ext uri="{FF2B5EF4-FFF2-40B4-BE49-F238E27FC236}">
                <a16:creationId xmlns:a16="http://schemas.microsoft.com/office/drawing/2014/main" id="{49E4C90B-E4CF-477F-B58C-21ECAF0FA7FE}"/>
              </a:ext>
            </a:extLst>
          </p:cNvPr>
          <p:cNvSpPr>
            <a:spLocks xmlns:a="http://schemas.openxmlformats.org/drawingml/2006/main" noGrp="1"/>
          </p:cNvSpPr>
          <p:nvPr/>
        </p:nvSpPr>
        <p:spPr>
          <a:xfrm xmlns:a="http://schemas.openxmlformats.org/drawingml/2006/main">
            <a:off x="9625050" y="335824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30" name="">
            <a:extLst xmlns:a="http://schemas.openxmlformats.org/drawingml/2006/main">
              <a:ext uri="{FF2B5EF4-FFF2-40B4-BE49-F238E27FC236}">
                <a16:creationId xmlns:a16="http://schemas.microsoft.com/office/drawing/2014/main" id="{A4586A37-8650-499E-A56A-D33C469550BC}"/>
              </a:ext>
            </a:extLst>
          </p:cNvPr>
          <p:cNvSpPr>
            <a:spLocks xmlns:a="http://schemas.openxmlformats.org/drawingml/2006/main" noGrp="1"/>
          </p:cNvSpPr>
          <p:nvPr/>
        </p:nvSpPr>
        <p:spPr>
          <a:xfrm xmlns:a="http://schemas.openxmlformats.org/drawingml/2006/main">
            <a:off x="10498265" y="498705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31" name="">
            <a:extLst xmlns:a="http://schemas.openxmlformats.org/drawingml/2006/main">
              <a:ext uri="{FF2B5EF4-FFF2-40B4-BE49-F238E27FC236}">
                <a16:creationId xmlns:a16="http://schemas.microsoft.com/office/drawing/2014/main" id="{315DC858-BE0F-4D43-959F-F4BCA9C16E96}"/>
              </a:ext>
            </a:extLst>
          </p:cNvPr>
          <p:cNvSpPr>
            <a:spLocks xmlns:a="http://schemas.openxmlformats.org/drawingml/2006/main" noGrp="1"/>
          </p:cNvSpPr>
          <p:nvPr/>
        </p:nvSpPr>
        <p:spPr>
          <a:xfrm xmlns:a="http://schemas.openxmlformats.org/drawingml/2006/main">
            <a:off x="9549121" y="400770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32" name="">
            <a:extLst xmlns:a="http://schemas.openxmlformats.org/drawingml/2006/main">
              <a:ext uri="{FF2B5EF4-FFF2-40B4-BE49-F238E27FC236}">
                <a16:creationId xmlns:a16="http://schemas.microsoft.com/office/drawing/2014/main" id="{F55F8AFC-B1F7-4863-8EFF-98E61CDB97E3}"/>
              </a:ext>
            </a:extLst>
          </p:cNvPr>
          <p:cNvSpPr>
            <a:spLocks xmlns:a="http://schemas.openxmlformats.org/drawingml/2006/main" noGrp="1"/>
          </p:cNvSpPr>
          <p:nvPr/>
        </p:nvSpPr>
        <p:spPr>
          <a:xfrm xmlns:a="http://schemas.openxmlformats.org/drawingml/2006/main">
            <a:off x="9653358" y="466224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33" name="">
            <a:extLst xmlns:a="http://schemas.openxmlformats.org/drawingml/2006/main">
              <a:ext uri="{FF2B5EF4-FFF2-40B4-BE49-F238E27FC236}">
                <a16:creationId xmlns:a16="http://schemas.microsoft.com/office/drawing/2014/main" id="{60F23CC7-AB19-43A9-B390-38835241DE19}"/>
              </a:ext>
            </a:extLst>
          </p:cNvPr>
          <p:cNvSpPr>
            <a:spLocks xmlns:a="http://schemas.openxmlformats.org/drawingml/2006/main" noGrp="1"/>
          </p:cNvSpPr>
          <p:nvPr/>
        </p:nvSpPr>
        <p:spPr>
          <a:xfrm xmlns:a="http://schemas.openxmlformats.org/drawingml/2006/main">
            <a:off x="9015497" y="438376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34" name="">
            <a:extLst xmlns:a="http://schemas.openxmlformats.org/drawingml/2006/main">
              <a:ext uri="{FF2B5EF4-FFF2-40B4-BE49-F238E27FC236}">
                <a16:creationId xmlns:a16="http://schemas.microsoft.com/office/drawing/2014/main" id="{37051674-9072-4EBF-81F1-00807EB0D623}"/>
              </a:ext>
            </a:extLst>
          </p:cNvPr>
          <p:cNvSpPr>
            <a:spLocks xmlns:a="http://schemas.openxmlformats.org/drawingml/2006/main" noGrp="1"/>
          </p:cNvSpPr>
          <p:nvPr/>
        </p:nvSpPr>
        <p:spPr>
          <a:xfrm xmlns:a="http://schemas.openxmlformats.org/drawingml/2006/main">
            <a:off x="9473346" y="475193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35" name="">
            <a:extLst xmlns:a="http://schemas.openxmlformats.org/drawingml/2006/main">
              <a:ext uri="{FF2B5EF4-FFF2-40B4-BE49-F238E27FC236}">
                <a16:creationId xmlns:a16="http://schemas.microsoft.com/office/drawing/2014/main" id="{3019AB45-4B73-480B-B96C-A2B3F690F521}"/>
              </a:ext>
            </a:extLst>
          </p:cNvPr>
          <p:cNvSpPr>
            <a:spLocks xmlns:a="http://schemas.openxmlformats.org/drawingml/2006/main" noGrp="1"/>
          </p:cNvSpPr>
          <p:nvPr/>
        </p:nvSpPr>
        <p:spPr>
          <a:xfrm xmlns:a="http://schemas.openxmlformats.org/drawingml/2006/main">
            <a:off x="9432513" y="480257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36" name="">
            <a:extLst xmlns:a="http://schemas.openxmlformats.org/drawingml/2006/main">
              <a:ext uri="{FF2B5EF4-FFF2-40B4-BE49-F238E27FC236}">
                <a16:creationId xmlns:a16="http://schemas.microsoft.com/office/drawing/2014/main" id="{74575B60-5054-4760-AD8D-F43A47C3A41B}"/>
              </a:ext>
            </a:extLst>
          </p:cNvPr>
          <p:cNvSpPr>
            <a:spLocks xmlns:a="http://schemas.openxmlformats.org/drawingml/2006/main" noGrp="1"/>
          </p:cNvSpPr>
          <p:nvPr/>
        </p:nvSpPr>
        <p:spPr>
          <a:xfrm xmlns:a="http://schemas.openxmlformats.org/drawingml/2006/main">
            <a:off x="10466449" y="499461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37" name="">
            <a:extLst xmlns:a="http://schemas.openxmlformats.org/drawingml/2006/main">
              <a:ext uri="{FF2B5EF4-FFF2-40B4-BE49-F238E27FC236}">
                <a16:creationId xmlns:a16="http://schemas.microsoft.com/office/drawing/2014/main" id="{2BD991F7-98C8-47EC-93CA-4B767DF0EFE1}"/>
              </a:ext>
            </a:extLst>
          </p:cNvPr>
          <p:cNvSpPr>
            <a:spLocks xmlns:a="http://schemas.openxmlformats.org/drawingml/2006/main" noGrp="1"/>
          </p:cNvSpPr>
          <p:nvPr/>
        </p:nvSpPr>
        <p:spPr>
          <a:xfrm xmlns:a="http://schemas.openxmlformats.org/drawingml/2006/main">
            <a:off x="9166260" y="396830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38" name="">
            <a:extLst xmlns:a="http://schemas.openxmlformats.org/drawingml/2006/main">
              <a:ext uri="{FF2B5EF4-FFF2-40B4-BE49-F238E27FC236}">
                <a16:creationId xmlns:a16="http://schemas.microsoft.com/office/drawing/2014/main" id="{E2461861-E212-4C12-8656-E3C222F01836}"/>
              </a:ext>
            </a:extLst>
          </p:cNvPr>
          <p:cNvSpPr>
            <a:spLocks xmlns:a="http://schemas.openxmlformats.org/drawingml/2006/main" noGrp="1"/>
          </p:cNvSpPr>
          <p:nvPr/>
        </p:nvSpPr>
        <p:spPr>
          <a:xfrm xmlns:a="http://schemas.openxmlformats.org/drawingml/2006/main">
            <a:off x="9475820" y="475128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39" name="">
            <a:extLst xmlns:a="http://schemas.openxmlformats.org/drawingml/2006/main">
              <a:ext uri="{FF2B5EF4-FFF2-40B4-BE49-F238E27FC236}">
                <a16:creationId xmlns:a16="http://schemas.microsoft.com/office/drawing/2014/main" id="{1ACD6526-9579-4A62-992A-0903AB47FC05}"/>
              </a:ext>
            </a:extLst>
          </p:cNvPr>
          <p:cNvSpPr>
            <a:spLocks xmlns:a="http://schemas.openxmlformats.org/drawingml/2006/main" noGrp="1"/>
          </p:cNvSpPr>
          <p:nvPr/>
        </p:nvSpPr>
        <p:spPr>
          <a:xfrm xmlns:a="http://schemas.openxmlformats.org/drawingml/2006/main">
            <a:off x="9880989" y="382527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40" name="">
            <a:extLst xmlns:a="http://schemas.openxmlformats.org/drawingml/2006/main">
              <a:ext uri="{FF2B5EF4-FFF2-40B4-BE49-F238E27FC236}">
                <a16:creationId xmlns:a16="http://schemas.microsoft.com/office/drawing/2014/main" id="{0BD6E289-9699-4890-819D-5227AD8B4036}"/>
              </a:ext>
            </a:extLst>
          </p:cNvPr>
          <p:cNvSpPr>
            <a:spLocks xmlns:a="http://schemas.openxmlformats.org/drawingml/2006/main" noGrp="1"/>
          </p:cNvSpPr>
          <p:nvPr/>
        </p:nvSpPr>
        <p:spPr>
          <a:xfrm xmlns:a="http://schemas.openxmlformats.org/drawingml/2006/main">
            <a:off x="9011361" y="444899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41" name="">
            <a:extLst xmlns:a="http://schemas.openxmlformats.org/drawingml/2006/main">
              <a:ext uri="{FF2B5EF4-FFF2-40B4-BE49-F238E27FC236}">
                <a16:creationId xmlns:a16="http://schemas.microsoft.com/office/drawing/2014/main" id="{83F5B6D3-39C5-4D7C-9895-5F51B985B7DF}"/>
              </a:ext>
            </a:extLst>
          </p:cNvPr>
          <p:cNvSpPr>
            <a:spLocks xmlns:a="http://schemas.openxmlformats.org/drawingml/2006/main" noGrp="1"/>
          </p:cNvSpPr>
          <p:nvPr/>
        </p:nvSpPr>
        <p:spPr>
          <a:xfrm xmlns:a="http://schemas.openxmlformats.org/drawingml/2006/main">
            <a:off x="8626213" y="476939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42" name="">
            <a:extLst xmlns:a="http://schemas.openxmlformats.org/drawingml/2006/main">
              <a:ext uri="{FF2B5EF4-FFF2-40B4-BE49-F238E27FC236}">
                <a16:creationId xmlns:a16="http://schemas.microsoft.com/office/drawing/2014/main" id="{228D132A-37BA-4F23-BF76-7FCF8DFB734C}"/>
              </a:ext>
            </a:extLst>
          </p:cNvPr>
          <p:cNvSpPr>
            <a:spLocks xmlns:a="http://schemas.openxmlformats.org/drawingml/2006/main" noGrp="1"/>
          </p:cNvSpPr>
          <p:nvPr/>
        </p:nvSpPr>
        <p:spPr>
          <a:xfrm xmlns:a="http://schemas.openxmlformats.org/drawingml/2006/main">
            <a:off x="9638350" y="337299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43" name="">
            <a:extLst xmlns:a="http://schemas.openxmlformats.org/drawingml/2006/main">
              <a:ext uri="{FF2B5EF4-FFF2-40B4-BE49-F238E27FC236}">
                <a16:creationId xmlns:a16="http://schemas.microsoft.com/office/drawing/2014/main" id="{8474755B-F792-40FE-860C-912A30996E37}"/>
              </a:ext>
            </a:extLst>
          </p:cNvPr>
          <p:cNvSpPr>
            <a:spLocks xmlns:a="http://schemas.openxmlformats.org/drawingml/2006/main" noGrp="1"/>
          </p:cNvSpPr>
          <p:nvPr/>
        </p:nvSpPr>
        <p:spPr>
          <a:xfrm xmlns:a="http://schemas.openxmlformats.org/drawingml/2006/main">
            <a:off x="10064992" y="358809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44" name="">
            <a:extLst xmlns:a="http://schemas.openxmlformats.org/drawingml/2006/main">
              <a:ext uri="{FF2B5EF4-FFF2-40B4-BE49-F238E27FC236}">
                <a16:creationId xmlns:a16="http://schemas.microsoft.com/office/drawing/2014/main" id="{56E70DCB-91AB-4B06-8DA0-48B1AD8EC07A}"/>
              </a:ext>
            </a:extLst>
          </p:cNvPr>
          <p:cNvSpPr>
            <a:spLocks xmlns:a="http://schemas.openxmlformats.org/drawingml/2006/main" noGrp="1"/>
          </p:cNvSpPr>
          <p:nvPr/>
        </p:nvSpPr>
        <p:spPr>
          <a:xfrm xmlns:a="http://schemas.openxmlformats.org/drawingml/2006/main">
            <a:off x="9790819" y="427819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45" name="">
            <a:extLst xmlns:a="http://schemas.openxmlformats.org/drawingml/2006/main">
              <a:ext uri="{FF2B5EF4-FFF2-40B4-BE49-F238E27FC236}">
                <a16:creationId xmlns:a16="http://schemas.microsoft.com/office/drawing/2014/main" id="{CB60BA2E-EC7D-4CDD-8164-DADC1FB37C49}"/>
              </a:ext>
            </a:extLst>
          </p:cNvPr>
          <p:cNvSpPr>
            <a:spLocks xmlns:a="http://schemas.openxmlformats.org/drawingml/2006/main" noGrp="1"/>
          </p:cNvSpPr>
          <p:nvPr/>
        </p:nvSpPr>
        <p:spPr>
          <a:xfrm xmlns:a="http://schemas.openxmlformats.org/drawingml/2006/main">
            <a:off x="8977568" y="4052451"/>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46" name="">
            <a:extLst xmlns:a="http://schemas.openxmlformats.org/drawingml/2006/main">
              <a:ext uri="{FF2B5EF4-FFF2-40B4-BE49-F238E27FC236}">
                <a16:creationId xmlns:a16="http://schemas.microsoft.com/office/drawing/2014/main" id="{A43FC238-85A0-4D00-AD9C-1A8C546BB60F}"/>
              </a:ext>
            </a:extLst>
          </p:cNvPr>
          <p:cNvSpPr>
            <a:spLocks xmlns:a="http://schemas.openxmlformats.org/drawingml/2006/main" noGrp="1"/>
          </p:cNvSpPr>
          <p:nvPr/>
        </p:nvSpPr>
        <p:spPr>
          <a:xfrm xmlns:a="http://schemas.openxmlformats.org/drawingml/2006/main">
            <a:off x="10437640" y="498657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47" name="">
            <a:extLst xmlns:a="http://schemas.openxmlformats.org/drawingml/2006/main">
              <a:ext uri="{FF2B5EF4-FFF2-40B4-BE49-F238E27FC236}">
                <a16:creationId xmlns:a16="http://schemas.microsoft.com/office/drawing/2014/main" id="{0739ADF9-2FCB-48F3-A355-F0085C57ABD4}"/>
              </a:ext>
            </a:extLst>
          </p:cNvPr>
          <p:cNvSpPr>
            <a:spLocks xmlns:a="http://schemas.openxmlformats.org/drawingml/2006/main" noGrp="1"/>
          </p:cNvSpPr>
          <p:nvPr/>
        </p:nvSpPr>
        <p:spPr>
          <a:xfrm xmlns:a="http://schemas.openxmlformats.org/drawingml/2006/main">
            <a:off x="9282665" y="434920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48" name="">
            <a:extLst xmlns:a="http://schemas.openxmlformats.org/drawingml/2006/main">
              <a:ext uri="{FF2B5EF4-FFF2-40B4-BE49-F238E27FC236}">
                <a16:creationId xmlns:a16="http://schemas.microsoft.com/office/drawing/2014/main" id="{66AE0AE3-2CAF-43E0-ABF0-09C8112D3AE6}"/>
              </a:ext>
            </a:extLst>
          </p:cNvPr>
          <p:cNvSpPr>
            <a:spLocks xmlns:a="http://schemas.openxmlformats.org/drawingml/2006/main" noGrp="1"/>
          </p:cNvSpPr>
          <p:nvPr/>
        </p:nvSpPr>
        <p:spPr>
          <a:xfrm xmlns:a="http://schemas.openxmlformats.org/drawingml/2006/main">
            <a:off x="8967928" y="443612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49" name="">
            <a:extLst xmlns:a="http://schemas.openxmlformats.org/drawingml/2006/main">
              <a:ext uri="{FF2B5EF4-FFF2-40B4-BE49-F238E27FC236}">
                <a16:creationId xmlns:a16="http://schemas.microsoft.com/office/drawing/2014/main" id="{E1AA6F7F-6DCA-4C53-805D-226E4BEE9266}"/>
              </a:ext>
            </a:extLst>
          </p:cNvPr>
          <p:cNvSpPr>
            <a:spLocks xmlns:a="http://schemas.openxmlformats.org/drawingml/2006/main" noGrp="1"/>
          </p:cNvSpPr>
          <p:nvPr/>
        </p:nvSpPr>
        <p:spPr>
          <a:xfrm xmlns:a="http://schemas.openxmlformats.org/drawingml/2006/main">
            <a:off x="9283834" y="434507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50" name="">
            <a:extLst xmlns:a="http://schemas.openxmlformats.org/drawingml/2006/main">
              <a:ext uri="{FF2B5EF4-FFF2-40B4-BE49-F238E27FC236}">
                <a16:creationId xmlns:a16="http://schemas.microsoft.com/office/drawing/2014/main" id="{00743CEF-183D-4B98-8297-36EE7D995B70}"/>
              </a:ext>
            </a:extLst>
          </p:cNvPr>
          <p:cNvSpPr>
            <a:spLocks xmlns:a="http://schemas.openxmlformats.org/drawingml/2006/main" noGrp="1"/>
          </p:cNvSpPr>
          <p:nvPr/>
        </p:nvSpPr>
        <p:spPr>
          <a:xfrm xmlns:a="http://schemas.openxmlformats.org/drawingml/2006/main">
            <a:off x="8704967" y="478118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51" name="">
            <a:extLst xmlns:a="http://schemas.openxmlformats.org/drawingml/2006/main">
              <a:ext uri="{FF2B5EF4-FFF2-40B4-BE49-F238E27FC236}">
                <a16:creationId xmlns:a16="http://schemas.microsoft.com/office/drawing/2014/main" id="{1976E78D-5B6F-4AEC-A6FF-587A8DC9C431}"/>
              </a:ext>
            </a:extLst>
          </p:cNvPr>
          <p:cNvSpPr>
            <a:spLocks xmlns:a="http://schemas.openxmlformats.org/drawingml/2006/main" noGrp="1"/>
          </p:cNvSpPr>
          <p:nvPr/>
        </p:nvSpPr>
        <p:spPr>
          <a:xfrm xmlns:a="http://schemas.openxmlformats.org/drawingml/2006/main">
            <a:off x="10413300" y="3713040"/>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52" name="">
            <a:extLst xmlns:a="http://schemas.openxmlformats.org/drawingml/2006/main">
              <a:ext uri="{FF2B5EF4-FFF2-40B4-BE49-F238E27FC236}">
                <a16:creationId xmlns:a16="http://schemas.microsoft.com/office/drawing/2014/main" id="{6E17F6DF-204A-49D6-829F-11697DF13783}"/>
              </a:ext>
            </a:extLst>
          </p:cNvPr>
          <p:cNvSpPr>
            <a:spLocks xmlns:a="http://schemas.openxmlformats.org/drawingml/2006/main" noGrp="1"/>
          </p:cNvSpPr>
          <p:nvPr/>
        </p:nvSpPr>
        <p:spPr>
          <a:xfrm xmlns:a="http://schemas.openxmlformats.org/drawingml/2006/main">
            <a:off x="9628405" y="338581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53" name="">
            <a:extLst xmlns:a="http://schemas.openxmlformats.org/drawingml/2006/main">
              <a:ext uri="{FF2B5EF4-FFF2-40B4-BE49-F238E27FC236}">
                <a16:creationId xmlns:a16="http://schemas.microsoft.com/office/drawing/2014/main" id="{A2BCE764-4B0C-4CA2-8E48-997252B6AA5C}"/>
              </a:ext>
            </a:extLst>
          </p:cNvPr>
          <p:cNvSpPr>
            <a:spLocks xmlns:a="http://schemas.openxmlformats.org/drawingml/2006/main" noGrp="1"/>
          </p:cNvSpPr>
          <p:nvPr/>
        </p:nvSpPr>
        <p:spPr>
          <a:xfrm xmlns:a="http://schemas.openxmlformats.org/drawingml/2006/main">
            <a:off x="10721807" y="338119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54" name="">
            <a:extLst xmlns:a="http://schemas.openxmlformats.org/drawingml/2006/main">
              <a:ext uri="{FF2B5EF4-FFF2-40B4-BE49-F238E27FC236}">
                <a16:creationId xmlns:a16="http://schemas.microsoft.com/office/drawing/2014/main" id="{F217771C-0FC2-41F2-B241-13FF012B7278}"/>
              </a:ext>
            </a:extLst>
          </p:cNvPr>
          <p:cNvSpPr>
            <a:spLocks xmlns:a="http://schemas.openxmlformats.org/drawingml/2006/main" noGrp="1"/>
          </p:cNvSpPr>
          <p:nvPr/>
        </p:nvSpPr>
        <p:spPr>
          <a:xfrm xmlns:a="http://schemas.openxmlformats.org/drawingml/2006/main">
            <a:off x="10854548" y="410999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55" name="">
            <a:extLst xmlns:a="http://schemas.openxmlformats.org/drawingml/2006/main">
              <a:ext uri="{FF2B5EF4-FFF2-40B4-BE49-F238E27FC236}">
                <a16:creationId xmlns:a16="http://schemas.microsoft.com/office/drawing/2014/main" id="{EDBC5C04-7A55-4241-98BC-1364BFE4DC11}"/>
              </a:ext>
            </a:extLst>
          </p:cNvPr>
          <p:cNvSpPr>
            <a:spLocks xmlns:a="http://schemas.openxmlformats.org/drawingml/2006/main" noGrp="1"/>
          </p:cNvSpPr>
          <p:nvPr/>
        </p:nvSpPr>
        <p:spPr>
          <a:xfrm xmlns:a="http://schemas.openxmlformats.org/drawingml/2006/main">
            <a:off x="9223920" y="466331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56" name="">
            <a:extLst xmlns:a="http://schemas.openxmlformats.org/drawingml/2006/main">
              <a:ext uri="{FF2B5EF4-FFF2-40B4-BE49-F238E27FC236}">
                <a16:creationId xmlns:a16="http://schemas.microsoft.com/office/drawing/2014/main" id="{1DB277CA-E552-49BD-B662-1B95175F843C}"/>
              </a:ext>
            </a:extLst>
          </p:cNvPr>
          <p:cNvSpPr>
            <a:spLocks xmlns:a="http://schemas.openxmlformats.org/drawingml/2006/main" noGrp="1"/>
          </p:cNvSpPr>
          <p:nvPr/>
        </p:nvSpPr>
        <p:spPr>
          <a:xfrm xmlns:a="http://schemas.openxmlformats.org/drawingml/2006/main">
            <a:off x="10329965" y="363837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57" name="">
            <a:extLst xmlns:a="http://schemas.openxmlformats.org/drawingml/2006/main">
              <a:ext uri="{FF2B5EF4-FFF2-40B4-BE49-F238E27FC236}">
                <a16:creationId xmlns:a16="http://schemas.microsoft.com/office/drawing/2014/main" id="{D4B50893-F786-4D37-A06A-1A8C3A622B07}"/>
              </a:ext>
            </a:extLst>
          </p:cNvPr>
          <p:cNvSpPr>
            <a:spLocks xmlns:a="http://schemas.openxmlformats.org/drawingml/2006/main" noGrp="1"/>
          </p:cNvSpPr>
          <p:nvPr/>
        </p:nvSpPr>
        <p:spPr>
          <a:xfrm xmlns:a="http://schemas.openxmlformats.org/drawingml/2006/main">
            <a:off x="10541704" y="514811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58" name="">
            <a:extLst xmlns:a="http://schemas.openxmlformats.org/drawingml/2006/main">
              <a:ext uri="{FF2B5EF4-FFF2-40B4-BE49-F238E27FC236}">
                <a16:creationId xmlns:a16="http://schemas.microsoft.com/office/drawing/2014/main" id="{3C5BC550-F224-4A16-A197-162D81ECB514}"/>
              </a:ext>
            </a:extLst>
          </p:cNvPr>
          <p:cNvSpPr>
            <a:spLocks xmlns:a="http://schemas.openxmlformats.org/drawingml/2006/main" noGrp="1"/>
          </p:cNvSpPr>
          <p:nvPr/>
        </p:nvSpPr>
        <p:spPr>
          <a:xfrm xmlns:a="http://schemas.openxmlformats.org/drawingml/2006/main">
            <a:off x="10517480" y="512622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59" name="">
            <a:extLst xmlns:a="http://schemas.openxmlformats.org/drawingml/2006/main">
              <a:ext uri="{FF2B5EF4-FFF2-40B4-BE49-F238E27FC236}">
                <a16:creationId xmlns:a16="http://schemas.microsoft.com/office/drawing/2014/main" id="{32C9A166-3052-4AF8-86B3-1456DB253AD9}"/>
              </a:ext>
            </a:extLst>
          </p:cNvPr>
          <p:cNvSpPr>
            <a:spLocks xmlns:a="http://schemas.openxmlformats.org/drawingml/2006/main" noGrp="1"/>
          </p:cNvSpPr>
          <p:nvPr/>
        </p:nvSpPr>
        <p:spPr>
          <a:xfrm xmlns:a="http://schemas.openxmlformats.org/drawingml/2006/main">
            <a:off x="8652786" y="480896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60" name="">
            <a:extLst xmlns:a="http://schemas.openxmlformats.org/drawingml/2006/main">
              <a:ext uri="{FF2B5EF4-FFF2-40B4-BE49-F238E27FC236}">
                <a16:creationId xmlns:a16="http://schemas.microsoft.com/office/drawing/2014/main" id="{145E540A-C0A0-4999-B6BA-EDAC88CC316F}"/>
              </a:ext>
            </a:extLst>
          </p:cNvPr>
          <p:cNvSpPr>
            <a:spLocks xmlns:a="http://schemas.openxmlformats.org/drawingml/2006/main" noGrp="1"/>
          </p:cNvSpPr>
          <p:nvPr/>
        </p:nvSpPr>
        <p:spPr>
          <a:xfrm xmlns:a="http://schemas.openxmlformats.org/drawingml/2006/main">
            <a:off x="9316100" y="413547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61" name="">
            <a:extLst xmlns:a="http://schemas.openxmlformats.org/drawingml/2006/main">
              <a:ext uri="{FF2B5EF4-FFF2-40B4-BE49-F238E27FC236}">
                <a16:creationId xmlns:a16="http://schemas.microsoft.com/office/drawing/2014/main" id="{7A2F756B-0B05-4AAC-9A9A-EAC802701B20}"/>
              </a:ext>
            </a:extLst>
          </p:cNvPr>
          <p:cNvSpPr>
            <a:spLocks xmlns:a="http://schemas.openxmlformats.org/drawingml/2006/main" noGrp="1"/>
          </p:cNvSpPr>
          <p:nvPr/>
        </p:nvSpPr>
        <p:spPr>
          <a:xfrm xmlns:a="http://schemas.openxmlformats.org/drawingml/2006/main">
            <a:off x="10498943" y="498700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62" name="">
            <a:extLst xmlns:a="http://schemas.openxmlformats.org/drawingml/2006/main">
              <a:ext uri="{FF2B5EF4-FFF2-40B4-BE49-F238E27FC236}">
                <a16:creationId xmlns:a16="http://schemas.microsoft.com/office/drawing/2014/main" id="{193C97F3-B8FB-425E-B2E2-466090B3C895}"/>
              </a:ext>
            </a:extLst>
          </p:cNvPr>
          <p:cNvSpPr>
            <a:spLocks xmlns:a="http://schemas.openxmlformats.org/drawingml/2006/main" noGrp="1"/>
          </p:cNvSpPr>
          <p:nvPr/>
        </p:nvSpPr>
        <p:spPr>
          <a:xfrm xmlns:a="http://schemas.openxmlformats.org/drawingml/2006/main">
            <a:off x="9561787" y="393303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63" name="">
            <a:extLst xmlns:a="http://schemas.openxmlformats.org/drawingml/2006/main">
              <a:ext uri="{FF2B5EF4-FFF2-40B4-BE49-F238E27FC236}">
                <a16:creationId xmlns:a16="http://schemas.microsoft.com/office/drawing/2014/main" id="{023E38ED-7CD9-4C28-BD85-4B8B78287655}"/>
              </a:ext>
            </a:extLst>
          </p:cNvPr>
          <p:cNvSpPr>
            <a:spLocks xmlns:a="http://schemas.openxmlformats.org/drawingml/2006/main" noGrp="1"/>
          </p:cNvSpPr>
          <p:nvPr/>
        </p:nvSpPr>
        <p:spPr>
          <a:xfrm xmlns:a="http://schemas.openxmlformats.org/drawingml/2006/main">
            <a:off x="8697536" y="477993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64" name="">
            <a:extLst xmlns:a="http://schemas.openxmlformats.org/drawingml/2006/main">
              <a:ext uri="{FF2B5EF4-FFF2-40B4-BE49-F238E27FC236}">
                <a16:creationId xmlns:a16="http://schemas.microsoft.com/office/drawing/2014/main" id="{D53BAF3D-04B7-4E12-9F18-C34520E4004C}"/>
              </a:ext>
            </a:extLst>
          </p:cNvPr>
          <p:cNvSpPr>
            <a:spLocks xmlns:a="http://schemas.openxmlformats.org/drawingml/2006/main" noGrp="1"/>
          </p:cNvSpPr>
          <p:nvPr/>
        </p:nvSpPr>
        <p:spPr>
          <a:xfrm xmlns:a="http://schemas.openxmlformats.org/drawingml/2006/main">
            <a:off x="9918054" y="358187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65" name="">
            <a:extLst xmlns:a="http://schemas.openxmlformats.org/drawingml/2006/main">
              <a:ext uri="{FF2B5EF4-FFF2-40B4-BE49-F238E27FC236}">
                <a16:creationId xmlns:a16="http://schemas.microsoft.com/office/drawing/2014/main" id="{47820B4C-893B-4DFF-814B-F893771E826A}"/>
              </a:ext>
            </a:extLst>
          </p:cNvPr>
          <p:cNvSpPr>
            <a:spLocks xmlns:a="http://schemas.openxmlformats.org/drawingml/2006/main" noGrp="1"/>
          </p:cNvSpPr>
          <p:nvPr/>
        </p:nvSpPr>
        <p:spPr>
          <a:xfrm xmlns:a="http://schemas.openxmlformats.org/drawingml/2006/main">
            <a:off x="8856107" y="4476559"/>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66" name="">
            <a:extLst xmlns:a="http://schemas.openxmlformats.org/drawingml/2006/main">
              <a:ext uri="{FF2B5EF4-FFF2-40B4-BE49-F238E27FC236}">
                <a16:creationId xmlns:a16="http://schemas.microsoft.com/office/drawing/2014/main" id="{DC3B179D-3E8C-4802-A9DB-620904CA62BC}"/>
              </a:ext>
            </a:extLst>
          </p:cNvPr>
          <p:cNvSpPr>
            <a:spLocks xmlns:a="http://schemas.openxmlformats.org/drawingml/2006/main" noGrp="1"/>
          </p:cNvSpPr>
          <p:nvPr/>
        </p:nvSpPr>
        <p:spPr>
          <a:xfrm xmlns:a="http://schemas.openxmlformats.org/drawingml/2006/main">
            <a:off x="9345217" y="415478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67" name="">
            <a:extLst xmlns:a="http://schemas.openxmlformats.org/drawingml/2006/main">
              <a:ext uri="{FF2B5EF4-FFF2-40B4-BE49-F238E27FC236}">
                <a16:creationId xmlns:a16="http://schemas.microsoft.com/office/drawing/2014/main" id="{4B869CF1-563C-4267-89A8-BB28A2CFD96C}"/>
              </a:ext>
            </a:extLst>
          </p:cNvPr>
          <p:cNvSpPr>
            <a:spLocks xmlns:a="http://schemas.openxmlformats.org/drawingml/2006/main" noGrp="1"/>
          </p:cNvSpPr>
          <p:nvPr/>
        </p:nvSpPr>
        <p:spPr>
          <a:xfrm xmlns:a="http://schemas.openxmlformats.org/drawingml/2006/main">
            <a:off x="10259983" y="348112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68" name="">
            <a:extLst xmlns:a="http://schemas.openxmlformats.org/drawingml/2006/main">
              <a:ext uri="{FF2B5EF4-FFF2-40B4-BE49-F238E27FC236}">
                <a16:creationId xmlns:a16="http://schemas.microsoft.com/office/drawing/2014/main" id="{5C01A3B5-1D29-46B1-915B-18DC652E07A6}"/>
              </a:ext>
            </a:extLst>
          </p:cNvPr>
          <p:cNvSpPr>
            <a:spLocks xmlns:a="http://schemas.openxmlformats.org/drawingml/2006/main" noGrp="1"/>
          </p:cNvSpPr>
          <p:nvPr/>
        </p:nvSpPr>
        <p:spPr>
          <a:xfrm xmlns:a="http://schemas.openxmlformats.org/drawingml/2006/main">
            <a:off x="10409687" y="480775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69" name="">
            <a:extLst xmlns:a="http://schemas.openxmlformats.org/drawingml/2006/main">
              <a:ext uri="{FF2B5EF4-FFF2-40B4-BE49-F238E27FC236}">
                <a16:creationId xmlns:a16="http://schemas.microsoft.com/office/drawing/2014/main" id="{50154288-3689-4162-98C3-D21FD7457F48}"/>
              </a:ext>
            </a:extLst>
          </p:cNvPr>
          <p:cNvSpPr>
            <a:spLocks xmlns:a="http://schemas.openxmlformats.org/drawingml/2006/main" noGrp="1"/>
          </p:cNvSpPr>
          <p:nvPr/>
        </p:nvSpPr>
        <p:spPr>
          <a:xfrm xmlns:a="http://schemas.openxmlformats.org/drawingml/2006/main">
            <a:off x="9282020" y="434760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70" name="">
            <a:extLst xmlns:a="http://schemas.openxmlformats.org/drawingml/2006/main">
              <a:ext uri="{FF2B5EF4-FFF2-40B4-BE49-F238E27FC236}">
                <a16:creationId xmlns:a16="http://schemas.microsoft.com/office/drawing/2014/main" id="{9BA10FDA-2381-43A7-830A-9827AFD412B2}"/>
              </a:ext>
            </a:extLst>
          </p:cNvPr>
          <p:cNvSpPr>
            <a:spLocks xmlns:a="http://schemas.openxmlformats.org/drawingml/2006/main" noGrp="1"/>
          </p:cNvSpPr>
          <p:nvPr/>
        </p:nvSpPr>
        <p:spPr>
          <a:xfrm xmlns:a="http://schemas.openxmlformats.org/drawingml/2006/main">
            <a:off x="10866414" y="409880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71" name="">
            <a:extLst xmlns:a="http://schemas.openxmlformats.org/drawingml/2006/main">
              <a:ext uri="{FF2B5EF4-FFF2-40B4-BE49-F238E27FC236}">
                <a16:creationId xmlns:a16="http://schemas.microsoft.com/office/drawing/2014/main" id="{7D9BE43B-271F-4C1C-916C-1FB757110563}"/>
              </a:ext>
            </a:extLst>
          </p:cNvPr>
          <p:cNvSpPr>
            <a:spLocks xmlns:a="http://schemas.openxmlformats.org/drawingml/2006/main" noGrp="1"/>
          </p:cNvSpPr>
          <p:nvPr/>
        </p:nvSpPr>
        <p:spPr>
          <a:xfrm xmlns:a="http://schemas.openxmlformats.org/drawingml/2006/main">
            <a:off x="9931077" y="3549175"/>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72" name="">
            <a:extLst xmlns:a="http://schemas.openxmlformats.org/drawingml/2006/main">
              <a:ext uri="{FF2B5EF4-FFF2-40B4-BE49-F238E27FC236}">
                <a16:creationId xmlns:a16="http://schemas.microsoft.com/office/drawing/2014/main" id="{3D1CBAD5-523D-46B9-87D3-3F11523827AA}"/>
              </a:ext>
            </a:extLst>
          </p:cNvPr>
          <p:cNvSpPr>
            <a:spLocks xmlns:a="http://schemas.openxmlformats.org/drawingml/2006/main" noGrp="1"/>
          </p:cNvSpPr>
          <p:nvPr/>
        </p:nvSpPr>
        <p:spPr>
          <a:xfrm xmlns:a="http://schemas.openxmlformats.org/drawingml/2006/main">
            <a:off x="10377759" y="3445193"/>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73" name="">
            <a:extLst xmlns:a="http://schemas.openxmlformats.org/drawingml/2006/main">
              <a:ext uri="{FF2B5EF4-FFF2-40B4-BE49-F238E27FC236}">
                <a16:creationId xmlns:a16="http://schemas.microsoft.com/office/drawing/2014/main" id="{320B1059-A1BF-4B9B-BA95-BC23E0882D1F}"/>
              </a:ext>
            </a:extLst>
          </p:cNvPr>
          <p:cNvSpPr>
            <a:spLocks xmlns:a="http://schemas.openxmlformats.org/drawingml/2006/main" noGrp="1"/>
          </p:cNvSpPr>
          <p:nvPr/>
        </p:nvSpPr>
        <p:spPr>
          <a:xfrm xmlns:a="http://schemas.openxmlformats.org/drawingml/2006/main">
            <a:off x="9620989" y="374591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74" name="">
            <a:extLst xmlns:a="http://schemas.openxmlformats.org/drawingml/2006/main">
              <a:ext uri="{FF2B5EF4-FFF2-40B4-BE49-F238E27FC236}">
                <a16:creationId xmlns:a16="http://schemas.microsoft.com/office/drawing/2014/main" id="{3DC76563-A1E1-4E75-851F-E421C11B6A4D}"/>
              </a:ext>
            </a:extLst>
          </p:cNvPr>
          <p:cNvSpPr>
            <a:spLocks xmlns:a="http://schemas.openxmlformats.org/drawingml/2006/main" noGrp="1"/>
          </p:cNvSpPr>
          <p:nvPr/>
        </p:nvSpPr>
        <p:spPr>
          <a:xfrm xmlns:a="http://schemas.openxmlformats.org/drawingml/2006/main">
            <a:off x="10063237" y="388688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75" name="">
            <a:extLst xmlns:a="http://schemas.openxmlformats.org/drawingml/2006/main">
              <a:ext uri="{FF2B5EF4-FFF2-40B4-BE49-F238E27FC236}">
                <a16:creationId xmlns:a16="http://schemas.microsoft.com/office/drawing/2014/main" id="{C9ABA6AF-4482-4F5A-AAFC-42EC633E9A16}"/>
              </a:ext>
            </a:extLst>
          </p:cNvPr>
          <p:cNvSpPr>
            <a:spLocks xmlns:a="http://schemas.openxmlformats.org/drawingml/2006/main" noGrp="1"/>
          </p:cNvSpPr>
          <p:nvPr/>
        </p:nvSpPr>
        <p:spPr>
          <a:xfrm xmlns:a="http://schemas.openxmlformats.org/drawingml/2006/main">
            <a:off x="8732648" y="4742064"/>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76" name="">
            <a:extLst xmlns:a="http://schemas.openxmlformats.org/drawingml/2006/main">
              <a:ext uri="{FF2B5EF4-FFF2-40B4-BE49-F238E27FC236}">
                <a16:creationId xmlns:a16="http://schemas.microsoft.com/office/drawing/2014/main" id="{D4DBA630-3FE9-4874-B4FA-C9621C7CB2FF}"/>
              </a:ext>
            </a:extLst>
          </p:cNvPr>
          <p:cNvSpPr>
            <a:spLocks xmlns:a="http://schemas.openxmlformats.org/drawingml/2006/main" noGrp="1"/>
          </p:cNvSpPr>
          <p:nvPr/>
        </p:nvSpPr>
        <p:spPr>
          <a:xfrm xmlns:a="http://schemas.openxmlformats.org/drawingml/2006/main">
            <a:off x="9476661" y="475015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77" name="">
            <a:extLst xmlns:a="http://schemas.openxmlformats.org/drawingml/2006/main">
              <a:ext uri="{FF2B5EF4-FFF2-40B4-BE49-F238E27FC236}">
                <a16:creationId xmlns:a16="http://schemas.microsoft.com/office/drawing/2014/main" id="{89F302A1-E33E-403B-BB1A-FFA8C9B08F43}"/>
              </a:ext>
            </a:extLst>
          </p:cNvPr>
          <p:cNvSpPr>
            <a:spLocks xmlns:a="http://schemas.openxmlformats.org/drawingml/2006/main" noGrp="1"/>
          </p:cNvSpPr>
          <p:nvPr/>
        </p:nvSpPr>
        <p:spPr>
          <a:xfrm xmlns:a="http://schemas.openxmlformats.org/drawingml/2006/main">
            <a:off x="9623093" y="336808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78" name="">
            <a:extLst xmlns:a="http://schemas.openxmlformats.org/drawingml/2006/main">
              <a:ext uri="{FF2B5EF4-FFF2-40B4-BE49-F238E27FC236}">
                <a16:creationId xmlns:a16="http://schemas.microsoft.com/office/drawing/2014/main" id="{1CFD3C73-81A2-4308-90EF-D9947D876327}"/>
              </a:ext>
            </a:extLst>
          </p:cNvPr>
          <p:cNvSpPr>
            <a:spLocks xmlns:a="http://schemas.openxmlformats.org/drawingml/2006/main" noGrp="1"/>
          </p:cNvSpPr>
          <p:nvPr/>
        </p:nvSpPr>
        <p:spPr>
          <a:xfrm xmlns:a="http://schemas.openxmlformats.org/drawingml/2006/main">
            <a:off x="8700462" y="477347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79" name="">
            <a:extLst xmlns:a="http://schemas.openxmlformats.org/drawingml/2006/main">
              <a:ext uri="{FF2B5EF4-FFF2-40B4-BE49-F238E27FC236}">
                <a16:creationId xmlns:a16="http://schemas.microsoft.com/office/drawing/2014/main" id="{8BDB9962-100D-4F4C-B90F-F8359A3DF054}"/>
              </a:ext>
            </a:extLst>
          </p:cNvPr>
          <p:cNvSpPr>
            <a:spLocks xmlns:a="http://schemas.openxmlformats.org/drawingml/2006/main" noGrp="1"/>
          </p:cNvSpPr>
          <p:nvPr/>
        </p:nvSpPr>
        <p:spPr>
          <a:xfrm xmlns:a="http://schemas.openxmlformats.org/drawingml/2006/main">
            <a:off x="10275042" y="353582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80" name="">
            <a:extLst xmlns:a="http://schemas.openxmlformats.org/drawingml/2006/main">
              <a:ext uri="{FF2B5EF4-FFF2-40B4-BE49-F238E27FC236}">
                <a16:creationId xmlns:a16="http://schemas.microsoft.com/office/drawing/2014/main" id="{7027B0BE-8E3F-4197-B79B-F200D787490F}"/>
              </a:ext>
            </a:extLst>
          </p:cNvPr>
          <p:cNvSpPr>
            <a:spLocks xmlns:a="http://schemas.openxmlformats.org/drawingml/2006/main" noGrp="1"/>
          </p:cNvSpPr>
          <p:nvPr/>
        </p:nvSpPr>
        <p:spPr>
          <a:xfrm xmlns:a="http://schemas.openxmlformats.org/drawingml/2006/main">
            <a:off x="8673974" y="4752827"/>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81" name="">
            <a:extLst xmlns:a="http://schemas.openxmlformats.org/drawingml/2006/main">
              <a:ext uri="{FF2B5EF4-FFF2-40B4-BE49-F238E27FC236}">
                <a16:creationId xmlns:a16="http://schemas.microsoft.com/office/drawing/2014/main" id="{8A68C2F7-FC90-438E-8BD0-F66A5BB19B9A}"/>
              </a:ext>
            </a:extLst>
          </p:cNvPr>
          <p:cNvSpPr>
            <a:spLocks xmlns:a="http://schemas.openxmlformats.org/drawingml/2006/main" noGrp="1"/>
          </p:cNvSpPr>
          <p:nvPr/>
        </p:nvSpPr>
        <p:spPr>
          <a:xfrm xmlns:a="http://schemas.openxmlformats.org/drawingml/2006/main">
            <a:off x="9014905" y="445162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82" name="">
            <a:extLst xmlns:a="http://schemas.openxmlformats.org/drawingml/2006/main">
              <a:ext uri="{FF2B5EF4-FFF2-40B4-BE49-F238E27FC236}">
                <a16:creationId xmlns:a16="http://schemas.microsoft.com/office/drawing/2014/main" id="{462EE9E0-400B-43B3-8E7A-AA52D6F3ECA5}"/>
              </a:ext>
            </a:extLst>
          </p:cNvPr>
          <p:cNvSpPr>
            <a:spLocks xmlns:a="http://schemas.openxmlformats.org/drawingml/2006/main" noGrp="1"/>
          </p:cNvSpPr>
          <p:nvPr/>
        </p:nvSpPr>
        <p:spPr>
          <a:xfrm xmlns:a="http://schemas.openxmlformats.org/drawingml/2006/main">
            <a:off x="9627031" y="3344738"/>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83" name="">
            <a:extLst xmlns:a="http://schemas.openxmlformats.org/drawingml/2006/main">
              <a:ext uri="{FF2B5EF4-FFF2-40B4-BE49-F238E27FC236}">
                <a16:creationId xmlns:a16="http://schemas.microsoft.com/office/drawing/2014/main" id="{35EF9E4E-B2FE-4A78-86D4-57B2345CE79A}"/>
              </a:ext>
            </a:extLst>
          </p:cNvPr>
          <p:cNvSpPr>
            <a:spLocks xmlns:a="http://schemas.openxmlformats.org/drawingml/2006/main" noGrp="1"/>
          </p:cNvSpPr>
          <p:nvPr/>
        </p:nvSpPr>
        <p:spPr>
          <a:xfrm xmlns:a="http://schemas.openxmlformats.org/drawingml/2006/main">
            <a:off x="10766669" y="3511392"/>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84" name="">
            <a:extLst xmlns:a="http://schemas.openxmlformats.org/drawingml/2006/main">
              <a:ext uri="{FF2B5EF4-FFF2-40B4-BE49-F238E27FC236}">
                <a16:creationId xmlns:a16="http://schemas.microsoft.com/office/drawing/2014/main" id="{7D28F764-3700-4D02-A360-F2275C005E1D}"/>
              </a:ext>
            </a:extLst>
          </p:cNvPr>
          <p:cNvSpPr>
            <a:spLocks xmlns:a="http://schemas.openxmlformats.org/drawingml/2006/main" noGrp="1"/>
          </p:cNvSpPr>
          <p:nvPr/>
        </p:nvSpPr>
        <p:spPr>
          <a:xfrm xmlns:a="http://schemas.openxmlformats.org/drawingml/2006/main">
            <a:off x="9492903" y="4751516"/>
            <a:ext cx="23813" cy="23813"/>
          </a:xfrm>
          <a:prstGeom xmlns:a="http://schemas.openxmlformats.org/drawingml/2006/main" prst="ellipse">
            <a:avLst/>
          </a:prstGeom>
          <a:solidFill xmlns:a="http://schemas.openxmlformats.org/drawingml/2006/main">
            <a:srgbClr val="A6BBD2"/>
          </a:solidFill>
          <a:ln xmlns:a="http://schemas.openxmlformats.org/drawingml/2006/main" w="0">
            <a:solidFill>
              <a:srgbClr val="000000">
                <a:alpha val="0"/>
              </a:srgbClr>
            </a:solidFill>
            <a:prstDash val="solid"/>
          </a:ln>
        </p:spPr>
      </p:sp>
      <p:sp>
        <p:nvSpPr>
          <p:cNvPr id="485" name="">
            <a:extLst xmlns:a="http://schemas.openxmlformats.org/drawingml/2006/main">
              <a:ext uri="{FF2B5EF4-FFF2-40B4-BE49-F238E27FC236}">
                <a16:creationId xmlns:a16="http://schemas.microsoft.com/office/drawing/2014/main" id="{D58CA890-D0F0-41CF-9ED2-2311A1890960}"/>
              </a:ext>
            </a:extLst>
          </p:cNvPr>
          <p:cNvSpPr>
            <a:spLocks xmlns:a="http://schemas.openxmlformats.org/drawingml/2006/main" noGrp="1"/>
          </p:cNvSpPr>
          <p:nvPr/>
        </p:nvSpPr>
        <p:spPr>
          <a:xfrm xmlns:a="http://schemas.openxmlformats.org/drawingml/2006/main" rot="2973546">
            <a:off x="10245603" y="3566979"/>
            <a:ext cx="177903" cy="19050"/>
          </a:xfrm>
          <a:prstGeom xmlns:a="http://schemas.openxmlformats.org/drawingml/2006/main" prst="rect">
            <a:avLst/>
          </a:prstGeom>
          <a:solidFill xmlns:a="http://schemas.openxmlformats.org/drawingml/2006/main">
            <a:srgbClr val="8CB6DB"/>
          </a:solidFill>
          <a:ln xmlns:a="http://schemas.openxmlformats.org/drawingml/2006/main" w="0">
            <a:solidFill>
              <a:srgbClr val="000000">
                <a:alpha val="0"/>
              </a:srgbClr>
            </a:solidFill>
            <a:prstDash val="solid"/>
          </a:ln>
        </p:spPr>
      </p:sp>
      <p:sp>
        <p:nvSpPr>
          <p:cNvPr id="486" name="">
            <a:extLst xmlns:a="http://schemas.openxmlformats.org/drawingml/2006/main">
              <a:ext uri="{FF2B5EF4-FFF2-40B4-BE49-F238E27FC236}">
                <a16:creationId xmlns:a16="http://schemas.microsoft.com/office/drawing/2014/main" id="{3A7D56E0-E269-4812-A7DA-8B8680FFA0A6}"/>
              </a:ext>
            </a:extLst>
          </p:cNvPr>
          <p:cNvSpPr>
            <a:spLocks xmlns:a="http://schemas.openxmlformats.org/drawingml/2006/main" noGrp="1"/>
          </p:cNvSpPr>
          <p:nvPr/>
        </p:nvSpPr>
        <p:spPr>
          <a:xfrm xmlns:a="http://schemas.openxmlformats.org/drawingml/2006/main">
            <a:off x="10322902" y="3664276"/>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F4C81"/>
            </a:solidFill>
            <a:prstDash val="solid"/>
          </a:ln>
        </p:spPr>
      </p:sp>
      <p:sp>
        <p:nvSpPr>
          <p:cNvPr id="487" name="">
            <a:extLst xmlns:a="http://schemas.openxmlformats.org/drawingml/2006/main">
              <a:ext uri="{FF2B5EF4-FFF2-40B4-BE49-F238E27FC236}">
                <a16:creationId xmlns:a16="http://schemas.microsoft.com/office/drawing/2014/main" id="{D115560A-AA69-4F8B-BB5C-EEE267946C0B}"/>
              </a:ext>
            </a:extLst>
          </p:cNvPr>
          <p:cNvSpPr>
            <a:spLocks xmlns:a="http://schemas.openxmlformats.org/drawingml/2006/main" noGrp="1"/>
          </p:cNvSpPr>
          <p:nvPr/>
        </p:nvSpPr>
        <p:spPr>
          <a:xfrm xmlns:a="http://schemas.openxmlformats.org/drawingml/2006/main" rot="1593536">
            <a:off x="9764774" y="3744037"/>
            <a:ext cx="372705" cy="19050"/>
          </a:xfrm>
          <a:prstGeom xmlns:a="http://schemas.openxmlformats.org/drawingml/2006/main" prst="rect">
            <a:avLst/>
          </a:prstGeom>
          <a:solidFill xmlns:a="http://schemas.openxmlformats.org/drawingml/2006/main">
            <a:srgbClr val="7BCFC6"/>
          </a:solidFill>
          <a:ln xmlns:a="http://schemas.openxmlformats.org/drawingml/2006/main" w="0">
            <a:solidFill>
              <a:srgbClr val="000000">
                <a:alpha val="0"/>
              </a:srgbClr>
            </a:solidFill>
            <a:prstDash val="solid"/>
          </a:ln>
        </p:spPr>
      </p:sp>
      <p:sp>
        <p:nvSpPr>
          <p:cNvPr id="488" name="">
            <a:extLst xmlns:a="http://schemas.openxmlformats.org/drawingml/2006/main">
              <a:ext uri="{FF2B5EF4-FFF2-40B4-BE49-F238E27FC236}">
                <a16:creationId xmlns:a16="http://schemas.microsoft.com/office/drawing/2014/main" id="{2DCE7AD6-7836-416D-A31E-DB1D0F3DE98C}"/>
              </a:ext>
            </a:extLst>
          </p:cNvPr>
          <p:cNvSpPr>
            <a:spLocks xmlns:a="http://schemas.openxmlformats.org/drawingml/2006/main" noGrp="1"/>
          </p:cNvSpPr>
          <p:nvPr/>
        </p:nvSpPr>
        <p:spPr>
          <a:xfrm xmlns:a="http://schemas.openxmlformats.org/drawingml/2006/main">
            <a:off x="10060049" y="387258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D9488"/>
            </a:solidFill>
            <a:prstDash val="solid"/>
          </a:ln>
        </p:spPr>
      </p:sp>
      <p:sp>
        <p:nvSpPr>
          <p:cNvPr id="489" name="">
            <a:extLst xmlns:a="http://schemas.openxmlformats.org/drawingml/2006/main">
              <a:ext uri="{FF2B5EF4-FFF2-40B4-BE49-F238E27FC236}">
                <a16:creationId xmlns:a16="http://schemas.microsoft.com/office/drawing/2014/main" id="{CFC6F4EF-C095-4501-BF4F-39553461E19A}"/>
              </a:ext>
            </a:extLst>
          </p:cNvPr>
          <p:cNvSpPr>
            <a:spLocks xmlns:a="http://schemas.openxmlformats.org/drawingml/2006/main" noGrp="1"/>
          </p:cNvSpPr>
          <p:nvPr/>
        </p:nvSpPr>
        <p:spPr>
          <a:xfrm xmlns:a="http://schemas.openxmlformats.org/drawingml/2006/main" rot="-2801623">
            <a:off x="8706949" y="4795971"/>
            <a:ext cx="458001" cy="19050"/>
          </a:xfrm>
          <a:prstGeom xmlns:a="http://schemas.openxmlformats.org/drawingml/2006/main" prst="rect">
            <a:avLst/>
          </a:prstGeom>
          <a:solidFill xmlns:a="http://schemas.openxmlformats.org/drawingml/2006/main">
            <a:srgbClr val="8CB6DB"/>
          </a:solidFill>
          <a:ln xmlns:a="http://schemas.openxmlformats.org/drawingml/2006/main" w="0">
            <a:solidFill>
              <a:srgbClr val="000000">
                <a:alpha val="0"/>
              </a:srgbClr>
            </a:solidFill>
            <a:prstDash val="solid"/>
          </a:ln>
        </p:spPr>
      </p:sp>
      <p:sp>
        <p:nvSpPr>
          <p:cNvPr id="490" name="">
            <a:extLst xmlns:a="http://schemas.openxmlformats.org/drawingml/2006/main">
              <a:ext uri="{FF2B5EF4-FFF2-40B4-BE49-F238E27FC236}">
                <a16:creationId xmlns:a16="http://schemas.microsoft.com/office/drawing/2014/main" id="{4F83F888-03A2-4086-AFCE-56F43B11A0EC}"/>
              </a:ext>
            </a:extLst>
          </p:cNvPr>
          <p:cNvSpPr>
            <a:spLocks xmlns:a="http://schemas.openxmlformats.org/drawingml/2006/main" noGrp="1"/>
          </p:cNvSpPr>
          <p:nvPr/>
        </p:nvSpPr>
        <p:spPr>
          <a:xfrm xmlns:a="http://schemas.openxmlformats.org/drawingml/2006/main">
            <a:off x="8982991" y="442458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F4C81"/>
            </a:solidFill>
            <a:prstDash val="solid"/>
          </a:ln>
        </p:spPr>
      </p:sp>
      <p:sp>
        <p:nvSpPr>
          <p:cNvPr id="491" name="">
            <a:extLst xmlns:a="http://schemas.openxmlformats.org/drawingml/2006/main">
              <a:ext uri="{FF2B5EF4-FFF2-40B4-BE49-F238E27FC236}">
                <a16:creationId xmlns:a16="http://schemas.microsoft.com/office/drawing/2014/main" id="{055EA7C6-DE15-4FC7-BD3C-826239DA2BA6}"/>
              </a:ext>
            </a:extLst>
          </p:cNvPr>
          <p:cNvSpPr>
            <a:spLocks xmlns:a="http://schemas.openxmlformats.org/drawingml/2006/main" noGrp="1"/>
          </p:cNvSpPr>
          <p:nvPr/>
        </p:nvSpPr>
        <p:spPr>
          <a:xfrm xmlns:a="http://schemas.openxmlformats.org/drawingml/2006/main" rot="-4025096">
            <a:off x="10508456" y="4983444"/>
            <a:ext cx="938526" cy="19050"/>
          </a:xfrm>
          <a:prstGeom xmlns:a="http://schemas.openxmlformats.org/drawingml/2006/main" prst="rect">
            <a:avLst/>
          </a:prstGeom>
          <a:solidFill xmlns:a="http://schemas.openxmlformats.org/drawingml/2006/main">
            <a:srgbClr val="7BCFC6"/>
          </a:solidFill>
          <a:ln xmlns:a="http://schemas.openxmlformats.org/drawingml/2006/main" w="0">
            <a:solidFill>
              <a:srgbClr val="000000">
                <a:alpha val="0"/>
              </a:srgbClr>
            </a:solidFill>
            <a:prstDash val="solid"/>
          </a:ln>
        </p:spPr>
      </p:sp>
      <p:sp>
        <p:nvSpPr>
          <p:cNvPr id="492" name="">
            <a:extLst xmlns:a="http://schemas.openxmlformats.org/drawingml/2006/main">
              <a:ext uri="{FF2B5EF4-FFF2-40B4-BE49-F238E27FC236}">
                <a16:creationId xmlns:a16="http://schemas.microsoft.com/office/drawing/2014/main" id="{A8B6D11A-9C10-496E-A41A-27205281229F}"/>
              </a:ext>
            </a:extLst>
          </p:cNvPr>
          <p:cNvSpPr>
            <a:spLocks xmlns:a="http://schemas.openxmlformats.org/drawingml/2006/main" noGrp="1"/>
          </p:cNvSpPr>
          <p:nvPr/>
        </p:nvSpPr>
        <p:spPr>
          <a:xfrm xmlns:a="http://schemas.openxmlformats.org/drawingml/2006/main">
            <a:off x="10835787" y="4080884"/>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D9488"/>
            </a:solidFill>
            <a:prstDash val="solid"/>
          </a:ln>
        </p:spPr>
      </p:sp>
      <p:sp>
        <p:nvSpPr>
          <p:cNvPr id="493" name="">
            <a:extLst xmlns:a="http://schemas.openxmlformats.org/drawingml/2006/main">
              <a:ext uri="{FF2B5EF4-FFF2-40B4-BE49-F238E27FC236}">
                <a16:creationId xmlns:a16="http://schemas.microsoft.com/office/drawing/2014/main" id="{C4FA52ED-0C57-49E8-A6E4-04267028B301}"/>
              </a:ext>
            </a:extLst>
          </p:cNvPr>
          <p:cNvSpPr>
            <a:spLocks xmlns:a="http://schemas.openxmlformats.org/drawingml/2006/main" noGrp="1"/>
          </p:cNvSpPr>
          <p:nvPr/>
        </p:nvSpPr>
        <p:spPr>
          <a:xfrm xmlns:a="http://schemas.openxmlformats.org/drawingml/2006/main" rot="-2136301">
            <a:off x="9545131" y="4016915"/>
            <a:ext cx="57247" cy="19050"/>
          </a:xfrm>
          <a:prstGeom xmlns:a="http://schemas.openxmlformats.org/drawingml/2006/main" prst="rect">
            <a:avLst/>
          </a:prstGeom>
          <a:solidFill xmlns:a="http://schemas.openxmlformats.org/drawingml/2006/main">
            <a:srgbClr val="E9B96F"/>
          </a:solidFill>
          <a:ln xmlns:a="http://schemas.openxmlformats.org/drawingml/2006/main" w="0">
            <a:solidFill>
              <a:srgbClr val="000000">
                <a:alpha val="0"/>
              </a:srgbClr>
            </a:solidFill>
            <a:prstDash val="solid"/>
          </a:ln>
        </p:spPr>
      </p:sp>
      <p:sp>
        <p:nvSpPr>
          <p:cNvPr id="494" name="">
            <a:extLst xmlns:a="http://schemas.openxmlformats.org/drawingml/2006/main">
              <a:ext uri="{FF2B5EF4-FFF2-40B4-BE49-F238E27FC236}">
                <a16:creationId xmlns:a16="http://schemas.microsoft.com/office/drawing/2014/main" id="{42BF444B-E0CB-4AC1-B875-92D6F2F381E0}"/>
              </a:ext>
            </a:extLst>
          </p:cNvPr>
          <p:cNvSpPr>
            <a:spLocks xmlns:a="http://schemas.openxmlformats.org/drawingml/2006/main" noGrp="1"/>
          </p:cNvSpPr>
          <p:nvPr/>
        </p:nvSpPr>
        <p:spPr>
          <a:xfrm xmlns:a="http://schemas.openxmlformats.org/drawingml/2006/main">
            <a:off x="9553575" y="3945486"/>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D97706"/>
            </a:solidFill>
            <a:prstDash val="solid"/>
          </a:ln>
        </p:spPr>
      </p:sp>
      <p:sp>
        <p:nvSpPr>
          <p:cNvPr id="495" name="">
            <a:extLst xmlns:a="http://schemas.openxmlformats.org/drawingml/2006/main">
              <a:ext uri="{FF2B5EF4-FFF2-40B4-BE49-F238E27FC236}">
                <a16:creationId xmlns:a16="http://schemas.microsoft.com/office/drawing/2014/main" id="{82E2F764-7F55-426F-BA9C-2EDE7E6CE2F8}"/>
              </a:ext>
            </a:extLst>
          </p:cNvPr>
          <p:cNvSpPr>
            <a:spLocks xmlns:a="http://schemas.openxmlformats.org/drawingml/2006/main" noGrp="1"/>
          </p:cNvSpPr>
          <p:nvPr/>
        </p:nvSpPr>
        <p:spPr>
          <a:xfrm xmlns:a="http://schemas.openxmlformats.org/drawingml/2006/main" rot="-672372">
            <a:off x="10245603" y="3566979"/>
            <a:ext cx="267962" cy="19050"/>
          </a:xfrm>
          <a:prstGeom xmlns:a="http://schemas.openxmlformats.org/drawingml/2006/main" prst="rect">
            <a:avLst/>
          </a:prstGeom>
          <a:solidFill xmlns:a="http://schemas.openxmlformats.org/drawingml/2006/main">
            <a:srgbClr val="8CB6DB"/>
          </a:solidFill>
          <a:ln xmlns:a="http://schemas.openxmlformats.org/drawingml/2006/main" w="0">
            <a:solidFill>
              <a:srgbClr val="000000">
                <a:alpha val="0"/>
              </a:srgbClr>
            </a:solidFill>
            <a:prstDash val="solid"/>
          </a:ln>
        </p:spPr>
      </p:sp>
      <p:sp>
        <p:nvSpPr>
          <p:cNvPr id="496" name="">
            <a:extLst xmlns:a="http://schemas.openxmlformats.org/drawingml/2006/main">
              <a:ext uri="{FF2B5EF4-FFF2-40B4-BE49-F238E27FC236}">
                <a16:creationId xmlns:a16="http://schemas.microsoft.com/office/drawing/2014/main" id="{9CFF18A4-B4BC-43DF-A205-3AD1EBC59900}"/>
              </a:ext>
            </a:extLst>
          </p:cNvPr>
          <p:cNvSpPr>
            <a:spLocks xmlns:a="http://schemas.openxmlformats.org/drawingml/2006/main" noGrp="1"/>
          </p:cNvSpPr>
          <p:nvPr/>
        </p:nvSpPr>
        <p:spPr>
          <a:xfrm xmlns:a="http://schemas.openxmlformats.org/drawingml/2006/main">
            <a:off x="10470356" y="3476803"/>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F4C81"/>
            </a:solidFill>
            <a:prstDash val="solid"/>
          </a:ln>
        </p:spPr>
      </p:sp>
      <p:sp>
        <p:nvSpPr>
          <p:cNvPr id="497" name="">
            <a:extLst xmlns:a="http://schemas.openxmlformats.org/drawingml/2006/main">
              <a:ext uri="{FF2B5EF4-FFF2-40B4-BE49-F238E27FC236}">
                <a16:creationId xmlns:a16="http://schemas.microsoft.com/office/drawing/2014/main" id="{35425B38-C174-4B37-9A3E-F728C8BCC82D}"/>
              </a:ext>
            </a:extLst>
          </p:cNvPr>
          <p:cNvSpPr>
            <a:spLocks xmlns:a="http://schemas.openxmlformats.org/drawingml/2006/main" noGrp="1"/>
          </p:cNvSpPr>
          <p:nvPr/>
        </p:nvSpPr>
        <p:spPr>
          <a:xfrm xmlns:a="http://schemas.openxmlformats.org/drawingml/2006/main">
            <a:off x="9459406" y="3931190"/>
            <a:ext cx="171450" cy="171450"/>
          </a:xfrm>
          <a:prstGeom xmlns:a="http://schemas.openxmlformats.org/drawingml/2006/main" prst="ellipse">
            <a:avLst/>
          </a:prstGeom>
          <a:solidFill xmlns:a="http://schemas.openxmlformats.org/drawingml/2006/main">
            <a:srgbClr val="D97706"/>
          </a:solidFill>
          <a:ln xmlns:a="http://schemas.openxmlformats.org/drawingml/2006/main" w="9525">
            <a:solidFill>
              <a:srgbClr val="FFFFFF"/>
            </a:solidFill>
            <a:prstDash val="solid"/>
          </a:ln>
        </p:spPr>
      </p:sp>
      <p:sp>
        <p:nvSpPr>
          <p:cNvPr id="498" name="">
            <a:extLst xmlns:a="http://schemas.openxmlformats.org/drawingml/2006/main">
              <a:ext uri="{FF2B5EF4-FFF2-40B4-BE49-F238E27FC236}">
                <a16:creationId xmlns:a16="http://schemas.microsoft.com/office/drawing/2014/main" id="{93B73AB8-53DA-4027-8107-3D315CBFAE78}"/>
              </a:ext>
            </a:extLst>
          </p:cNvPr>
          <p:cNvSpPr>
            <a:spLocks xmlns:a="http://schemas.openxmlformats.org/drawingml/2006/main" noGrp="1"/>
          </p:cNvSpPr>
          <p:nvPr/>
        </p:nvSpPr>
        <p:spPr>
          <a:xfrm xmlns:a="http://schemas.openxmlformats.org/drawingml/2006/main">
            <a:off x="9468931" y="3959765"/>
            <a:ext cx="152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H</a:t>
            </a:r>
          </a:p>
        </p:txBody>
      </p:sp>
      <p:sp>
        <p:nvSpPr>
          <p:cNvPr id="499" name="">
            <a:extLst xmlns:a="http://schemas.openxmlformats.org/drawingml/2006/main">
              <a:ext uri="{FF2B5EF4-FFF2-40B4-BE49-F238E27FC236}">
                <a16:creationId xmlns:a16="http://schemas.microsoft.com/office/drawing/2014/main" id="{CE1D1180-6658-420A-8935-BE921F4A3A9C}"/>
              </a:ext>
            </a:extLst>
          </p:cNvPr>
          <p:cNvSpPr>
            <a:spLocks xmlns:a="http://schemas.openxmlformats.org/drawingml/2006/main" noGrp="1"/>
          </p:cNvSpPr>
          <p:nvPr/>
        </p:nvSpPr>
        <p:spPr>
          <a:xfrm xmlns:a="http://schemas.openxmlformats.org/drawingml/2006/main">
            <a:off x="10159878" y="3481254"/>
            <a:ext cx="171450" cy="171450"/>
          </a:xfrm>
          <a:prstGeom xmlns:a="http://schemas.openxmlformats.org/drawingml/2006/main" prst="roundRect">
            <a:avLst>
              <a:gd name="adj" fmla="val 44444"/>
            </a:avLst>
          </a:prstGeom>
          <a:solidFill xmlns:a="http://schemas.openxmlformats.org/drawingml/2006/main">
            <a:srgbClr val="0F4C81"/>
          </a:solidFill>
          <a:ln xmlns:a="http://schemas.openxmlformats.org/drawingml/2006/main" w="9525">
            <a:solidFill>
              <a:srgbClr val="FFFFFF"/>
            </a:solidFill>
            <a:prstDash val="solid"/>
          </a:ln>
        </p:spPr>
      </p:sp>
      <p:sp>
        <p:nvSpPr>
          <p:cNvPr id="500" name="">
            <a:extLst xmlns:a="http://schemas.openxmlformats.org/drawingml/2006/main">
              <a:ext uri="{FF2B5EF4-FFF2-40B4-BE49-F238E27FC236}">
                <a16:creationId xmlns:a16="http://schemas.microsoft.com/office/drawing/2014/main" id="{D14EFE0B-0D16-4DEA-B395-9772A924B47D}"/>
              </a:ext>
            </a:extLst>
          </p:cNvPr>
          <p:cNvSpPr>
            <a:spLocks xmlns:a="http://schemas.openxmlformats.org/drawingml/2006/main" noGrp="1"/>
          </p:cNvSpPr>
          <p:nvPr/>
        </p:nvSpPr>
        <p:spPr>
          <a:xfrm xmlns:a="http://schemas.openxmlformats.org/drawingml/2006/main">
            <a:off x="10169403" y="3509829"/>
            <a:ext cx="152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t/>
            </a:r>
          </a:p>
        </p:txBody>
      </p:sp>
      <p:sp>
        <p:nvSpPr>
          <p:cNvPr id="501" name="">
            <a:extLst xmlns:a="http://schemas.openxmlformats.org/drawingml/2006/main">
              <a:ext uri="{FF2B5EF4-FFF2-40B4-BE49-F238E27FC236}">
                <a16:creationId xmlns:a16="http://schemas.microsoft.com/office/drawing/2014/main" id="{B7573546-7D99-4130-96BC-9828143AB40E}"/>
              </a:ext>
            </a:extLst>
          </p:cNvPr>
          <p:cNvSpPr>
            <a:spLocks xmlns:a="http://schemas.openxmlformats.org/drawingml/2006/main" noGrp="1"/>
          </p:cNvSpPr>
          <p:nvPr/>
        </p:nvSpPr>
        <p:spPr>
          <a:xfrm xmlns:a="http://schemas.openxmlformats.org/drawingml/2006/main">
            <a:off x="8621224" y="4710246"/>
            <a:ext cx="171450" cy="171450"/>
          </a:xfrm>
          <a:prstGeom xmlns:a="http://schemas.openxmlformats.org/drawingml/2006/main" prst="roundRect">
            <a:avLst>
              <a:gd name="adj" fmla="val 44444"/>
            </a:avLst>
          </a:prstGeom>
          <a:solidFill xmlns:a="http://schemas.openxmlformats.org/drawingml/2006/main">
            <a:srgbClr val="0F4C81"/>
          </a:solidFill>
          <a:ln xmlns:a="http://schemas.openxmlformats.org/drawingml/2006/main" w="9525">
            <a:solidFill>
              <a:srgbClr val="FFFFFF"/>
            </a:solidFill>
            <a:prstDash val="solid"/>
          </a:ln>
        </p:spPr>
      </p:sp>
      <p:sp>
        <p:nvSpPr>
          <p:cNvPr id="502" name="">
            <a:extLst xmlns:a="http://schemas.openxmlformats.org/drawingml/2006/main">
              <a:ext uri="{FF2B5EF4-FFF2-40B4-BE49-F238E27FC236}">
                <a16:creationId xmlns:a16="http://schemas.microsoft.com/office/drawing/2014/main" id="{8921C2E2-5F0C-4DA5-8E51-5832B8AC5403}"/>
              </a:ext>
            </a:extLst>
          </p:cNvPr>
          <p:cNvSpPr>
            <a:spLocks xmlns:a="http://schemas.openxmlformats.org/drawingml/2006/main" noGrp="1"/>
          </p:cNvSpPr>
          <p:nvPr/>
        </p:nvSpPr>
        <p:spPr>
          <a:xfrm xmlns:a="http://schemas.openxmlformats.org/drawingml/2006/main">
            <a:off x="8630749" y="4738821"/>
            <a:ext cx="152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t/>
            </a:r>
          </a:p>
        </p:txBody>
      </p:sp>
      <p:sp>
        <p:nvSpPr>
          <p:cNvPr id="503" name="">
            <a:extLst xmlns:a="http://schemas.openxmlformats.org/drawingml/2006/main">
              <a:ext uri="{FF2B5EF4-FFF2-40B4-BE49-F238E27FC236}">
                <a16:creationId xmlns:a16="http://schemas.microsoft.com/office/drawing/2014/main" id="{A573F8E1-F58B-419C-B3AA-AF07B5BA0241}"/>
              </a:ext>
            </a:extLst>
          </p:cNvPr>
          <p:cNvSpPr>
            <a:spLocks xmlns:a="http://schemas.openxmlformats.org/drawingml/2006/main" noGrp="1"/>
          </p:cNvSpPr>
          <p:nvPr/>
        </p:nvSpPr>
        <p:spPr>
          <a:xfrm xmlns:a="http://schemas.openxmlformats.org/drawingml/2006/main">
            <a:off x="9679049" y="3658312"/>
            <a:ext cx="171450" cy="171450"/>
          </a:xfrm>
          <a:prstGeom xmlns:a="http://schemas.openxmlformats.org/drawingml/2006/main" prst="ellipse">
            <a:avLst/>
          </a:prstGeom>
          <a:solidFill xmlns:a="http://schemas.openxmlformats.org/drawingml/2006/main">
            <a:srgbClr val="0D9488"/>
          </a:solidFill>
          <a:ln xmlns:a="http://schemas.openxmlformats.org/drawingml/2006/main" w="9525">
            <a:solidFill>
              <a:srgbClr val="FFFFFF"/>
            </a:solidFill>
            <a:prstDash val="solid"/>
          </a:ln>
        </p:spPr>
      </p:sp>
      <p:sp>
        <p:nvSpPr>
          <p:cNvPr id="504" name="">
            <a:extLst xmlns:a="http://schemas.openxmlformats.org/drawingml/2006/main">
              <a:ext uri="{FF2B5EF4-FFF2-40B4-BE49-F238E27FC236}">
                <a16:creationId xmlns:a16="http://schemas.microsoft.com/office/drawing/2014/main" id="{87286ED6-279A-472F-A6CA-A0651422C0EC}"/>
              </a:ext>
            </a:extLst>
          </p:cNvPr>
          <p:cNvSpPr>
            <a:spLocks xmlns:a="http://schemas.openxmlformats.org/drawingml/2006/main" noGrp="1"/>
          </p:cNvSpPr>
          <p:nvPr/>
        </p:nvSpPr>
        <p:spPr>
          <a:xfrm xmlns:a="http://schemas.openxmlformats.org/drawingml/2006/main">
            <a:off x="9688574" y="3686887"/>
            <a:ext cx="152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t/>
            </a:r>
          </a:p>
        </p:txBody>
      </p:sp>
      <p:sp>
        <p:nvSpPr>
          <p:cNvPr id="505" name="">
            <a:extLst xmlns:a="http://schemas.openxmlformats.org/drawingml/2006/main">
              <a:ext uri="{FF2B5EF4-FFF2-40B4-BE49-F238E27FC236}">
                <a16:creationId xmlns:a16="http://schemas.microsoft.com/office/drawing/2014/main" id="{40D16EB6-36F5-422B-BD92-8A5AFD1A83D7}"/>
              </a:ext>
            </a:extLst>
          </p:cNvPr>
          <p:cNvSpPr>
            <a:spLocks xmlns:a="http://schemas.openxmlformats.org/drawingml/2006/main" noGrp="1"/>
          </p:cNvSpPr>
          <p:nvPr/>
        </p:nvSpPr>
        <p:spPr>
          <a:xfrm xmlns:a="http://schemas.openxmlformats.org/drawingml/2006/main">
            <a:off x="10422731" y="4897719"/>
            <a:ext cx="171450" cy="171450"/>
          </a:xfrm>
          <a:prstGeom xmlns:a="http://schemas.openxmlformats.org/drawingml/2006/main" prst="ellipse">
            <a:avLst/>
          </a:prstGeom>
          <a:solidFill xmlns:a="http://schemas.openxmlformats.org/drawingml/2006/main">
            <a:srgbClr val="0D9488"/>
          </a:solidFill>
          <a:ln xmlns:a="http://schemas.openxmlformats.org/drawingml/2006/main" w="9525">
            <a:solidFill>
              <a:srgbClr val="FFFFFF"/>
            </a:solidFill>
            <a:prstDash val="solid"/>
          </a:ln>
        </p:spPr>
      </p:sp>
      <p:sp>
        <p:nvSpPr>
          <p:cNvPr id="506" name="">
            <a:extLst xmlns:a="http://schemas.openxmlformats.org/drawingml/2006/main">
              <a:ext uri="{FF2B5EF4-FFF2-40B4-BE49-F238E27FC236}">
                <a16:creationId xmlns:a16="http://schemas.microsoft.com/office/drawing/2014/main" id="{8DA2B671-FF89-45DC-AD84-6D50D6B54CB7}"/>
              </a:ext>
            </a:extLst>
          </p:cNvPr>
          <p:cNvSpPr>
            <a:spLocks xmlns:a="http://schemas.openxmlformats.org/drawingml/2006/main" noGrp="1"/>
          </p:cNvSpPr>
          <p:nvPr/>
        </p:nvSpPr>
        <p:spPr>
          <a:xfrm xmlns:a="http://schemas.openxmlformats.org/drawingml/2006/main">
            <a:off x="10432256" y="4926294"/>
            <a:ext cx="152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t/>
            </a:r>
          </a:p>
        </p:txBody>
      </p:sp>
      <p:sp>
        <p:nvSpPr>
          <p:cNvPr id="507" name="">
            <a:extLst xmlns:a="http://schemas.openxmlformats.org/drawingml/2006/main">
              <a:ext uri="{FF2B5EF4-FFF2-40B4-BE49-F238E27FC236}">
                <a16:creationId xmlns:a16="http://schemas.microsoft.com/office/drawing/2014/main" id="{CB7A3718-F72A-425E-AE9E-D17E77709C09}"/>
              </a:ext>
            </a:extLst>
          </p:cNvPr>
          <p:cNvSpPr>
            <a:spLocks xmlns:a="http://schemas.openxmlformats.org/drawingml/2006/main" noGrp="1"/>
          </p:cNvSpPr>
          <p:nvPr/>
        </p:nvSpPr>
        <p:spPr>
          <a:xfrm xmlns:a="http://schemas.openxmlformats.org/drawingml/2006/main">
            <a:off x="8591550" y="5429250"/>
            <a:ext cx="114300" cy="114300"/>
          </a:xfrm>
          <a:prstGeom xmlns:a="http://schemas.openxmlformats.org/drawingml/2006/main" prst="ellipse">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508" name="">
            <a:extLst xmlns:a="http://schemas.openxmlformats.org/drawingml/2006/main">
              <a:ext uri="{FF2B5EF4-FFF2-40B4-BE49-F238E27FC236}">
                <a16:creationId xmlns:a16="http://schemas.microsoft.com/office/drawing/2014/main" id="{903B9DB1-406A-4290-A2E5-44448D4989B3}"/>
              </a:ext>
            </a:extLst>
          </p:cNvPr>
          <p:cNvSpPr>
            <a:spLocks xmlns:a="http://schemas.openxmlformats.org/drawingml/2006/main" noGrp="1"/>
          </p:cNvSpPr>
          <p:nvPr/>
        </p:nvSpPr>
        <p:spPr>
          <a:xfrm xmlns:a="http://schemas.openxmlformats.org/drawingml/2006/main">
            <a:off x="8763000" y="5410200"/>
            <a:ext cx="10096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HQ direkt ≤20 km</a:t>
            </a:r>
          </a:p>
        </p:txBody>
      </p:sp>
      <p:sp>
        <p:nvSpPr>
          <p:cNvPr id="509" name="">
            <a:extLst xmlns:a="http://schemas.openxmlformats.org/drawingml/2006/main">
              <a:ext uri="{FF2B5EF4-FFF2-40B4-BE49-F238E27FC236}">
                <a16:creationId xmlns:a16="http://schemas.microsoft.com/office/drawing/2014/main" id="{41A5E3B8-898E-4E58-91E0-2CFF0D79E988}"/>
              </a:ext>
            </a:extLst>
          </p:cNvPr>
          <p:cNvSpPr>
            <a:spLocks xmlns:a="http://schemas.openxmlformats.org/drawingml/2006/main" noGrp="1"/>
          </p:cNvSpPr>
          <p:nvPr/>
        </p:nvSpPr>
        <p:spPr>
          <a:xfrm xmlns:a="http://schemas.openxmlformats.org/drawingml/2006/main">
            <a:off x="9963150" y="5429250"/>
            <a:ext cx="114300" cy="114300"/>
          </a:xfrm>
          <a:prstGeom xmlns:a="http://schemas.openxmlformats.org/drawingml/2006/main" prst="roundRect">
            <a:avLst>
              <a:gd name="adj" fmla="val 50000"/>
            </a:avLst>
          </a:prstGeom>
          <a:solidFill xmlns:a="http://schemas.openxmlformats.org/drawingml/2006/main">
            <a:srgbClr val="0F4C81"/>
          </a:solidFill>
          <a:ln xmlns:a="http://schemas.openxmlformats.org/drawingml/2006/main" w="0">
            <a:solidFill>
              <a:srgbClr val="000000">
                <a:alpha val="0"/>
              </a:srgbClr>
            </a:solidFill>
            <a:prstDash val="solid"/>
          </a:ln>
        </p:spPr>
      </p:sp>
      <p:sp>
        <p:nvSpPr>
          <p:cNvPr id="510" name="">
            <a:extLst xmlns:a="http://schemas.openxmlformats.org/drawingml/2006/main">
              <a:ext uri="{FF2B5EF4-FFF2-40B4-BE49-F238E27FC236}">
                <a16:creationId xmlns:a16="http://schemas.microsoft.com/office/drawing/2014/main" id="{B07DFC8D-DC8F-45DB-9214-A7BD042B9E42}"/>
              </a:ext>
            </a:extLst>
          </p:cNvPr>
          <p:cNvSpPr>
            <a:spLocks xmlns:a="http://schemas.openxmlformats.org/drawingml/2006/main" noGrp="1"/>
          </p:cNvSpPr>
          <p:nvPr/>
        </p:nvSpPr>
        <p:spPr>
          <a:xfrm xmlns:a="http://schemas.openxmlformats.org/drawingml/2006/main">
            <a:off x="10134600" y="5410200"/>
            <a:ext cx="361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VZ</a:t>
            </a:r>
          </a:p>
        </p:txBody>
      </p:sp>
      <p:sp>
        <p:nvSpPr>
          <p:cNvPr id="511" name="">
            <a:extLst xmlns:a="http://schemas.openxmlformats.org/drawingml/2006/main">
              <a:ext uri="{FF2B5EF4-FFF2-40B4-BE49-F238E27FC236}">
                <a16:creationId xmlns:a16="http://schemas.microsoft.com/office/drawing/2014/main" id="{9E9B28E8-5D0B-4650-82B8-762CF2AADFBF}"/>
              </a:ext>
            </a:extLst>
          </p:cNvPr>
          <p:cNvSpPr>
            <a:spLocks xmlns:a="http://schemas.openxmlformats.org/drawingml/2006/main" noGrp="1"/>
          </p:cNvSpPr>
          <p:nvPr/>
        </p:nvSpPr>
        <p:spPr>
          <a:xfrm xmlns:a="http://schemas.openxmlformats.org/drawingml/2006/main">
            <a:off x="10591800" y="5438775"/>
            <a:ext cx="95250" cy="95250"/>
          </a:xfrm>
          <a:prstGeom xmlns:a="http://schemas.openxmlformats.org/drawingml/2006/main" prst="ellipse">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512" name="">
            <a:extLst xmlns:a="http://schemas.openxmlformats.org/drawingml/2006/main">
              <a:ext uri="{FF2B5EF4-FFF2-40B4-BE49-F238E27FC236}">
                <a16:creationId xmlns:a16="http://schemas.microsoft.com/office/drawing/2014/main" id="{E858395F-FD30-4AA6-88FB-5EBB4278AC7D}"/>
              </a:ext>
            </a:extLst>
          </p:cNvPr>
          <p:cNvSpPr>
            <a:spLocks xmlns:a="http://schemas.openxmlformats.org/drawingml/2006/main" noGrp="1"/>
          </p:cNvSpPr>
          <p:nvPr/>
        </p:nvSpPr>
        <p:spPr>
          <a:xfrm xmlns:a="http://schemas.openxmlformats.org/drawingml/2006/main">
            <a:off x="10753725" y="5410200"/>
            <a:ext cx="419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mVZ</a:t>
            </a:r>
          </a:p>
        </p:txBody>
      </p:sp>
      <p:sp>
        <p:nvSpPr>
          <p:cNvPr id="513" name="">
            <a:extLst xmlns:a="http://schemas.openxmlformats.org/drawingml/2006/main">
              <a:ext uri="{FF2B5EF4-FFF2-40B4-BE49-F238E27FC236}">
                <a16:creationId xmlns:a16="http://schemas.microsoft.com/office/drawing/2014/main" id="{1C5AF74F-3777-45ED-AD1D-3BD6C52E17A5}"/>
              </a:ext>
            </a:extLst>
          </p:cNvPr>
          <p:cNvSpPr>
            <a:spLocks xmlns:a="http://schemas.openxmlformats.org/drawingml/2006/main" noGrp="1"/>
          </p:cNvSpPr>
          <p:nvPr/>
        </p:nvSpPr>
        <p:spPr>
          <a:xfrm xmlns:a="http://schemas.openxmlformats.org/drawingml/2006/main">
            <a:off x="647700" y="6115050"/>
            <a:ext cx="10515600" cy="9525"/>
          </a:xfrm>
          <a:prstGeom xmlns:a="http://schemas.openxmlformats.org/drawingml/2006/main" prst="rect">
            <a:avLst/>
          </a:prstGeom>
          <a:solidFill xmlns:a="http://schemas.openxmlformats.org/drawingml/2006/main">
            <a:srgbClr val="D7DEE8"/>
          </a:solidFill>
          <a:ln xmlns:a="http://schemas.openxmlformats.org/drawingml/2006/main" w="0">
            <a:solidFill>
              <a:srgbClr val="000000">
                <a:alpha val="0"/>
              </a:srgbClr>
            </a:solidFill>
            <a:prstDash val="solid"/>
          </a:ln>
        </p:spPr>
      </p:sp>
      <p:sp>
        <p:nvSpPr>
          <p:cNvPr id="514" name="">
            <a:extLst xmlns:a="http://schemas.openxmlformats.org/drawingml/2006/main">
              <a:ext uri="{FF2B5EF4-FFF2-40B4-BE49-F238E27FC236}">
                <a16:creationId xmlns:a16="http://schemas.microsoft.com/office/drawing/2014/main" id="{3836558F-EF60-4C07-8C9B-0D3820729034}"/>
              </a:ext>
            </a:extLst>
          </p:cNvPr>
          <p:cNvSpPr>
            <a:spLocks xmlns:a="http://schemas.openxmlformats.org/drawingml/2006/main" noGrp="1"/>
          </p:cNvSpPr>
          <p:nvPr/>
        </p:nvSpPr>
        <p:spPr>
          <a:xfrm xmlns:a="http://schemas.openxmlformats.org/drawingml/2006/main">
            <a:off x="647700" y="61912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Optimierung von Logistikrouten</a:t>
            </a:r>
          </a:p>
        </p:txBody>
      </p:sp>
      <p:sp>
        <p:nvSpPr>
          <p:cNvPr id="515" name="">
            <a:extLst xmlns:a="http://schemas.openxmlformats.org/drawingml/2006/main">
              <a:ext uri="{FF2B5EF4-FFF2-40B4-BE49-F238E27FC236}">
                <a16:creationId xmlns:a16="http://schemas.microsoft.com/office/drawing/2014/main" id="{DCDD6292-FE7B-4F1C-8BE0-7EACED15BA50}"/>
              </a:ext>
            </a:extLst>
          </p:cNvPr>
          <p:cNvSpPr>
            <a:spLocks xmlns:a="http://schemas.openxmlformats.org/drawingml/2006/main" noGrp="1"/>
          </p:cNvSpPr>
          <p:nvPr/>
        </p:nvSpPr>
        <p:spPr>
          <a:xfrm xmlns:a="http://schemas.openxmlformats.org/drawingml/2006/main">
            <a:off x="10820400" y="619125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4748B"/>
                </a:solidFill>
                <a:latin typeface="Aptos"/>
                <a:ea typeface="Aptos"/>
                <a:cs typeface="Aptos"/>
              </a:defRPr>
            </a:pPr>
            <a:r>
              <a:rPr sz="750" b="0">
                <a:solidFill>
                  <a:srgbClr val="64748B"/>
                </a:solidFill>
                <a:latin typeface="Aptos"/>
                <a:ea typeface="Aptos"/>
                <a:cs typeface="Aptos"/>
              </a:rPr>
              <a:t>05</a:t>
            </a:r>
          </a:p>
        </p:txBody>
      </p:sp>
    </p:spTree>
    <p:extLst>
      <p:ext uri="{BB962C8B-B14F-4D97-AF65-F5344CB8AC3E}">
        <p14:creationId xmlns:p14="http://schemas.microsoft.com/office/powerpoint/2010/main" val="15893990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2026-06-10T23:24:07.5830000Z</dcterms:created>
  <dcterms:modified xsi:type="dcterms:W3CDTF">2026-06-10T23:24:07.5830000Z</dcterms:modified>
</coreProperties>
</file>