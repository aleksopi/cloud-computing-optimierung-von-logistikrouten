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0f8f6564e94abc" /><Relationship Type="http://schemas.openxmlformats.org/officeDocument/2006/relationships/extended-properties" Target="/docProps/app.xml" Id="Rbb435ef617df4c1c" /><Relationship Type="http://schemas.openxmlformats.org/officeDocument/2006/relationships/officeDocument" Target="/ppt/presentation.xml" Id="R7a035460d6aa47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80582a2894b51"/>
  </p:sldMasterIdLst>
  <p:notesMasterIdLst>
    <p:notesMasterId xmlns:r="http://schemas.openxmlformats.org/officeDocument/2006/relationships" r:id="R6efbbf4a3d5049ba"/>
  </p:notesMasterIdLst>
  <p:sldIdLst>
    <p:sldId xmlns:r="http://schemas.openxmlformats.org/officeDocument/2006/relationships" id="256" r:id="Raebea8c4ef4a45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ac4d10ccf44929" /><Relationship Type="http://schemas.openxmlformats.org/officeDocument/2006/relationships/slideMaster" Target="/ppt/slideMasters/slideMaster1.xml" Id="R03180582a2894b51" /><Relationship Type="http://schemas.openxmlformats.org/officeDocument/2006/relationships/notesMaster" Target="/ppt/notesMasters/notesMaster1.xml" Id="R6efbbf4a3d5049ba" /><Relationship Type="http://schemas.openxmlformats.org/officeDocument/2006/relationships/presProps" Target="/ppt/presProps.xml" Id="R8a8f1c780fb04c52" /><Relationship Type="http://schemas.openxmlformats.org/officeDocument/2006/relationships/viewProps" Target="/ppt/viewProps.xml" Id="Re1c92cb7bf2b433b" /><Relationship Type="http://schemas.openxmlformats.org/officeDocument/2006/relationships/tableStyles" Target="/ppt/tableStyles.xml" Id="Rf4c46d7545254b6a" /><Relationship Type="http://schemas.openxmlformats.org/officeDocument/2006/relationships/slide" Target="/ppt/slides/slide1.xml" Id="Raebea8c4ef4a45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e0d7a7599944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dd5d8738e486e" /><Relationship Type="http://schemas.openxmlformats.org/officeDocument/2006/relationships/notesMaster" Target="/ppt/notesMasters/notesMaster1.xml" Id="R812a45f1b3de4a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b65b74e8e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d6a81684ad4daf" /><Relationship Type="http://schemas.openxmlformats.org/officeDocument/2006/relationships/slideLayout" Target="/ppt/slideLayouts/slideLayout1.xml" Id="Rdc8d612ffc294b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8d612ffc294b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6267c3a77467f" /><Relationship Type="http://schemas.openxmlformats.org/officeDocument/2006/relationships/image" Target="/ppt/media/image.png" Id="R6f419dc847cd4e7f" /><Relationship Type="http://schemas.openxmlformats.org/officeDocument/2006/relationships/image" Target="/ppt/media/image.svg" Id="R2746f162b72043a0" /><Relationship Type="http://schemas.openxmlformats.org/officeDocument/2006/relationships/image" Target="/ppt/media/image2.png" Id="R2809bcfb77b541a1" /><Relationship Type="http://schemas.openxmlformats.org/officeDocument/2006/relationships/image" Target="/ppt/media/image2.svg" Id="R5c52dffae5e34540" /><Relationship Type="http://schemas.openxmlformats.org/officeDocument/2006/relationships/image" Target="/ppt/media/image3.png" Id="R8b24b89a44464c34" /><Relationship Type="http://schemas.openxmlformats.org/officeDocument/2006/relationships/image" Target="/ppt/media/image3.svg" Id="R2ad1e30bd1da49fe" /><Relationship Type="http://schemas.openxmlformats.org/officeDocument/2006/relationships/image" Target="/ppt/media/image4.png" Id="Rcb2ba51ea1f44e7f" /><Relationship Type="http://schemas.openxmlformats.org/officeDocument/2006/relationships/image" Target="/ppt/media/image4.svg" Id="R64fe5699fd72481b" /><Relationship Type="http://schemas.openxmlformats.org/officeDocument/2006/relationships/image" Target="/ppt/media/image5.png" Id="Re5fce416c4f148e8" /><Relationship Type="http://schemas.openxmlformats.org/officeDocument/2006/relationships/image" Target="/ppt/media/image5.svg" Id="R9bc60c94bac9464e" /><Relationship Type="http://schemas.openxmlformats.org/officeDocument/2006/relationships/notesSlide" Target="/ppt/notesSlides/notesSlide1.xml" Id="R906d9de3d12e46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5AB696-4FB0-4B6F-849A-8CA63D59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562A7-D869-4052-8B4E-16AA5AA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719F0-C8F3-491B-B346-94F7CE42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830D4-8026-474B-80EB-D673E3C7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1450"/>
            <a:ext cx="11925300" cy="651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E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BC74B-E77B-43D9-8FFA-01E99AB2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28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C4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C4B8"/>
                </a:solidFill>
                <a:latin typeface="Aptos"/>
                <a:ea typeface="Aptos"/>
                <a:cs typeface="Aptos"/>
              </a:rPr>
              <a:t>AUSBLICK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C8979-2AD6-49B2-9191-68327FFF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Ausblick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69F9E-8104-4F43-B05C-9AB35BEE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Mehrere Touren pro Fahrzeug am selben 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4EA3E-342D-4A60-87D6-EDF18655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Aktuell fährt ein Fahrzeug eine Tour und kehrt zurück. Der nächste Ausbau wäre: nach Rückkehr neu beladen, erneut starten und so die verfügbare Flotte besser ausnutzen.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3519C-0969-4E99-BA81-6CAC6236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5C3B7-D4A1-4FB6-B0D8-D1D73E04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66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2E4B"/>
          </a:solidFill>
          <a:ln xmlns:a="http://schemas.openxmlformats.org/drawingml/2006/main" w="9525">
            <a:solidFill>
              <a:srgbClr val="265B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4AF7C-F41C-4834-9574-55D160B5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15307">
            <a:off x="1047750" y="4705350"/>
            <a:ext cx="460758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FA5E9-0F9E-4474-A4D6-B8777FB7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1534">
            <a:off x="1276350" y="4305300"/>
            <a:ext cx="379569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30BF5-C892-4E53-92FB-E0CD9B46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27501">
            <a:off x="1638300" y="4419600"/>
            <a:ext cx="307172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B1A62-0409-487B-8DB8-6F9E759A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681504">
            <a:off x="1600200" y="4724400"/>
            <a:ext cx="552778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AA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61C2F-B097-4E43-8C6E-855CF6C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F3944-2C3D-41C9-9D4A-EF5D498B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68902-2611-4409-8004-4DEEC64E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38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BC4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ED4C5-2260-4792-8D13-26B9271F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52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BC4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D46B8-92A8-4714-8256-75E2B551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65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7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632DA-9F02-40F1-A876-302232C4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D7E5F0"/>
                </a:solidFill>
                <a:latin typeface="Aptos"/>
                <a:ea typeface="Aptos"/>
                <a:cs typeface="Aptos"/>
              </a:rPr>
              <a:t>heute: 1 Tour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19dc847cd4e7f">
            <a:extLst>
              <a:ext uri="{96DAC541-7B7A-43D3-8B79-37D633B846F1}">
                <asvg:svgBlip xmlns:asvg="http://schemas.microsoft.com/office/drawing/2016/SVG/main" r:embed="R2746f162b72043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76450" y="43434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85A0E-0DAF-4E2C-92C0-7E76EFC4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76700"/>
            <a:ext cx="1066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2E4B"/>
          </a:solidFill>
          <a:ln xmlns:a="http://schemas.openxmlformats.org/drawingml/2006/main" w="9525">
            <a:solidFill>
              <a:srgbClr val="265B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A542B-04E6-426A-88E5-B8F0C17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15307">
            <a:off x="2819400" y="4705350"/>
            <a:ext cx="460758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777C0-55CC-42DD-94BB-89042FC4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1534">
            <a:off x="3048000" y="4305300"/>
            <a:ext cx="379569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CDB1C-33E3-4E92-A1D5-5D17F954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27501">
            <a:off x="3409950" y="4419600"/>
            <a:ext cx="307172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101D4-C896-496B-9647-28CC75E7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681504">
            <a:off x="3371850" y="4724400"/>
            <a:ext cx="552778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AA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F1616B-5DC6-427D-97F4-7A49491E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291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F7518-6B87-46E4-B333-CBE4503D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57725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2E7B0-5D2D-469C-8134-10F32EB3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38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40EC5-BBA8-4492-A54F-9A6635B4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352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75F1E1-6E2C-4141-8C90-85AD751A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5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87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FA466-40E2-41B7-B302-A4D65A0C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5290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D7E5F0"/>
                </a:solidFill>
                <a:latin typeface="Aptos"/>
                <a:ea typeface="Aptos"/>
                <a:cs typeface="Aptos"/>
              </a:rPr>
              <a:t>Ausblick: Tour 2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9bcfb77b541a1">
            <a:extLst>
              <a:ext uri="{96DAC541-7B7A-43D3-8B79-37D633B846F1}">
                <asvg:svgBlip xmlns:asvg="http://schemas.microsoft.com/office/drawing/2016/SVG/main" r:embed="R5c52dffae5e345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62400" y="43434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78159B-6C79-413C-871D-79D50A10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9FB5C8"/>
                </a:solidFill>
                <a:latin typeface="Aptos"/>
                <a:ea typeface="Aptos"/>
                <a:cs typeface="Aptos"/>
              </a:rPr>
              <a:t>Fahrzeug wird nach Rückkehr wieder verfügbar.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71B265-FF31-42FB-9140-7094E562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09700"/>
            <a:ext cx="52768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61D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3409CD-B8A2-41C3-BDB9-26866584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52768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314E"/>
          </a:solidFill>
          <a:ln xmlns:a="http://schemas.openxmlformats.org/drawingml/2006/main" w="9525">
            <a:solidFill>
              <a:srgbClr val="2A668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1AA0D6-FC25-4928-A403-D2B82A25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481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Tagesumlauf eines Fahrzeugs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4F1C07-7444-4A23-8E8B-F7B0C3D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81175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Aus einer Tour wird eine Sequenz aus Touren und Ladepausen.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380293-5734-42FF-B665-399A4BFA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4386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6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F9D6A7-17F6-49E7-90AD-300807DA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3616DE-530C-4936-A312-CB2EB4D6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08:00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108D6D-083E-42CF-9E0F-0CCF7FD4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A0AF74-79A5-40B7-8F4B-544C93FF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00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10:15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7AFB3E-19F9-47A0-91B9-0E6DA28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288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519D98-0C7A-4CBD-BFA1-8DF172A6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0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10:45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717198-1E04-459A-B8FF-28623E08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288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1E219F-A093-47FB-9641-D5571E4A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0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13:10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97D1DC-4680-46E7-8F68-A450668F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28875"/>
            <a:ext cx="19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6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CAB691-98D6-4C8B-81B5-C8485C33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0032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14:00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A16240-9625-4E2E-8DFC-C4C5BCDD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33A171-3883-413A-AE61-14FA5975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Tour 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A1F0EC-54DA-40EC-9BDF-B58FE295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24100"/>
            <a:ext cx="1047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Stopps A-B-C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EC3A9F-5BD5-41D9-927F-E92AD65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33600"/>
            <a:ext cx="533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BED611-3150-4D13-B6A6-0EE754C6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Laden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4D3805-2F96-4B42-8F45-A61BD1B0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81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Hub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101593-1BA3-4A63-86C3-7780295A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3360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290C79-9619-4A5F-A59B-9C63421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Tour 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CABE18-8787-47B1-91CC-C5D27D12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1047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Stopps D-E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DB1C61-B673-4ACE-8960-10CF3D4B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33600"/>
            <a:ext cx="685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D0628C-E85A-44E8-9177-8F672AAB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Reserve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9C443B-FCFB-4A6A-93B9-95B14135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24100"/>
            <a:ext cx="533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Puffer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AD0AE4-76E1-44D1-B0B9-A62C72EC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Warum ist das mathematisch schwerer?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5639F9-A51F-45F8-BC97-7734973C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10050"/>
            <a:ext cx="3333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61D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5E7ADD-9C06-41FD-A656-E75B8D53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52900"/>
            <a:ext cx="3333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F3858"/>
          </a:solidFill>
          <a:ln xmlns:a="http://schemas.openxmlformats.org/drawingml/2006/main" w="9525">
            <a:solidFill>
              <a:srgbClr val="2A668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4b89a44464c34">
            <a:extLst>
              <a:ext uri="{96DAC541-7B7A-43D3-8B79-37D633B846F1}">
                <asvg:svgBlip xmlns:asvg="http://schemas.microsoft.com/office/drawing/2016/SVG/main" r:embed="R2ad1e30bd1da49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0" y="43434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ECFF11-FF5A-43B0-9671-0B58C7CB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767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Routing-Entscheidung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90F27E-8F75-4D6C-967A-5E674263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Welche Stopps gehören in welche Tour und in welcher Reihenfolge?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D825ED7-A3A9-432A-9A66-D0FD7E0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3333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61D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4A58F0-0A5E-43C1-AC31-941D1F54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3333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F3858"/>
          </a:solidFill>
          <a:ln xmlns:a="http://schemas.openxmlformats.org/drawingml/2006/main" w="9525">
            <a:solidFill>
              <a:srgbClr val="2A6688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ba51ea1f44e7f">
            <a:extLst>
              <a:ext uri="{96DAC541-7B7A-43D3-8B79-37D633B846F1}">
                <asvg:svgBlip xmlns:asvg="http://schemas.microsoft.com/office/drawing/2016/SVG/main" r:embed="R64fe5699fd7248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0" y="5086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F48B34-D786-4A29-8C11-5BD1C5A0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96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Umlauf- und Zeitplanung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480B398-B09A-4B36-9AEB-90BF9C42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3875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Wann kommt das Fahrzeug zurück, wann kann es erneut beladen werden?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8864C5-2724-433D-B6C8-D93B4FAE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95950"/>
            <a:ext cx="3333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61D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1DB64B-B103-450C-B482-EDDC7C2D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38800"/>
            <a:ext cx="3333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F3858"/>
          </a:solidFill>
          <a:ln xmlns:a="http://schemas.openxmlformats.org/drawingml/2006/main" w="9525">
            <a:solidFill>
              <a:srgbClr val="2A6688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ce416c4f148e8">
            <a:extLst>
              <a:ext uri="{96DAC541-7B7A-43D3-8B79-37D633B846F1}">
                <asvg:svgBlip xmlns:asvg="http://schemas.microsoft.com/office/drawing/2016/SVG/main" r:embed="R9bc60c94bac946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0" y="5829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0A68DA-3C52-4E36-ABF5-7244AA6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626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Kombinatorische Optimierung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1315EA3-46DB-4DE1-8473-EBE96EA2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81700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Multi-Trip-VRP mit Zeitfenstern und Kapazitäten ist NP-schwer.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80E1A7-B55F-4FF1-9EA5-E32278E7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447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61D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7CE59C-262E-4DA8-8BBB-FE39E92E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4476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F3858"/>
          </a:solidFill>
          <a:ln xmlns:a="http://schemas.openxmlformats.org/drawingml/2006/main" w="9525">
            <a:solidFill>
              <a:srgbClr val="2A668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5ABEAC1-02FE-4E9E-A93F-1B2A60F8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10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C4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BC4B8"/>
                </a:solidFill>
                <a:latin typeface="Aptos"/>
                <a:ea typeface="Aptos"/>
                <a:cs typeface="Aptos"/>
              </a:rPr>
              <a:t>Nächster Schritt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3DEE7A-41F1-4A03-A38B-E2A29C14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19800"/>
            <a:ext cx="361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D7E5F0"/>
                </a:solidFill>
                <a:latin typeface="Aptos"/>
                <a:ea typeface="Aptos"/>
                <a:cs typeface="Aptos"/>
              </a:rPr>
              <a:t>Multi-Trip-VRP: Route + Ladepause + Schichtplan gemeinsam optimieren.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EBA54C1-D383-4BD2-87CB-5CA809B6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3890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237F73-E025-49C9-BAEA-75368DFF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FB5C8"/>
                </a:solidFill>
                <a:latin typeface="Aptos"/>
                <a:ea typeface="Aptos"/>
                <a:cs typeface="Aptos"/>
              </a:rPr>
              <a:t>Vielen Dank - Fragen willkommen.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441C8A7-DA4F-4A1B-8FB9-EB304EF4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86293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2026-06-11T10:04:39.9470000Z</dcterms:created>
  <dcterms:modified xsi:type="dcterms:W3CDTF">2026-06-11T10:04:39.9470000Z</dcterms:modified>
</coreProperties>
</file>