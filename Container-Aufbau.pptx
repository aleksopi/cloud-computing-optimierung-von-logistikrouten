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92024"/>
            <a:ext cx="118872" cy="1188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4632" y="16459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</a:rPr>
              <a:t>SYSTEMARCHITEKTUR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Container-Aufbau im Docker-Compose-Stack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32104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Sieben produktive Container teilen ein internes Netzwerk. Nach außen ist nur Nginx sichtbar; Datenbank, Queue, Worker und OSRM bleiben interne Services.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5623560" cy="3538728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533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Docker Compose: 7 Container · 1 internes Netzwerk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44568" y="1344168"/>
            <a:ext cx="1225296" cy="201168"/>
          </a:xfrm>
          <a:prstGeom prst="roundRect">
            <a:avLst>
              <a:gd name="adj" fmla="val 36364"/>
            </a:avLst>
          </a:prstGeom>
          <a:solidFill>
            <a:srgbClr val="FAF5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4568" y="134416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8D9"/>
                </a:solidFill>
              </a:rPr>
              <a:t>prod: + nginx edge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0" y="1636776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6367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</a:rPr>
              <a:t>Browser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86100" y="1984248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8780" y="2112264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8780" y="2112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pharma-nginx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60220" y="2359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 → backend   ·   / → frontend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86100" y="2587752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8468" y="2697480"/>
            <a:ext cx="16276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86100" y="2697480"/>
            <a:ext cx="162763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58468" y="2697480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3732" y="2697480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2816352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907792"/>
            <a:ext cx="283464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077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" y="2880360"/>
            <a:ext cx="1490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frontend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5256" y="3063240"/>
            <a:ext cx="1490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React + MapLibre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255264"/>
            <a:ext cx="1819656" cy="164592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552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intern 80  ·  dev 5173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87168" y="3136392"/>
            <a:ext cx="11978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044952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85032" y="2816352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03904" y="2907792"/>
            <a:ext cx="283464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03904" y="290779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4ED8"/>
                </a:solidFill>
              </a:rPr>
              <a:t>⚙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60520" y="2880360"/>
            <a:ext cx="14904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backend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60520" y="3063240"/>
            <a:ext cx="1490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FastAPI REST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03904" y="3255264"/>
            <a:ext cx="1819656" cy="164592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03904" y="3255264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intern 8000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13732" y="3456432"/>
            <a:ext cx="0" cy="128016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" y="3584448"/>
            <a:ext cx="1259586" cy="493776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208" y="3657600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" y="3648456"/>
            <a:ext cx="784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postgres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1208" y="3877056"/>
            <a:ext cx="107670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" y="3877056"/>
            <a:ext cx="10767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5432 intern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698498" y="374904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780794" y="3584448"/>
            <a:ext cx="1259586" cy="493776"/>
          </a:xfrm>
          <a:prstGeom prst="roundRect">
            <a:avLst>
              <a:gd name="adj" fmla="val 11111"/>
            </a:avLst>
          </a:prstGeom>
          <a:solidFill>
            <a:srgbClr val="FFF5F5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72234" y="3657600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64842" y="3648456"/>
            <a:ext cx="784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redis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72234" y="3877056"/>
            <a:ext cx="107670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72234" y="3877056"/>
            <a:ext cx="10767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6379 intern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49524" y="374904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31820" y="3584448"/>
            <a:ext cx="1259586" cy="493776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23260" y="3657600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15868" y="3648456"/>
            <a:ext cx="784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worker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23260" y="3877056"/>
            <a:ext cx="107670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23260" y="3877056"/>
            <a:ext cx="10767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async pipeline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400550" y="3749040"/>
            <a:ext cx="73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482846" y="3584448"/>
            <a:ext cx="1259586" cy="493776"/>
          </a:xfrm>
          <a:prstGeom prst="roundRect">
            <a:avLst>
              <a:gd name="adj" fmla="val 11111"/>
            </a:avLst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4286" y="3657600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66894" y="3648456"/>
            <a:ext cx="784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osrm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4286" y="3877056"/>
            <a:ext cx="107670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4286" y="3877056"/>
            <a:ext cx="10767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5000 intern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482846" y="4123944"/>
            <a:ext cx="1259586" cy="182880"/>
          </a:xfrm>
          <a:prstGeom prst="roundRect">
            <a:avLst>
              <a:gd name="adj" fmla="val 30000"/>
            </a:avLst>
          </a:prstGeom>
          <a:solidFill>
            <a:srgbClr val="FAF5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2846" y="4123944"/>
            <a:ext cx="12595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OSRM-Datenvolumen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80760" y="126187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Rollen im Stack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080760" y="1702613"/>
            <a:ext cx="100584" cy="10058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45352" y="16550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nginx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976872" y="1655064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Reverse Proxy, VPN-Edge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80760" y="1906524"/>
            <a:ext cx="288036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80760" y="2008937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45352" y="19613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frontend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976872" y="1961388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Karte, Dashboard, Pipeline UI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80760" y="2212848"/>
            <a:ext cx="288036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80760" y="2315261"/>
            <a:ext cx="100584" cy="10058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45352" y="22677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backend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976872" y="226771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REST-API und Orchestrierung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080760" y="2519172"/>
            <a:ext cx="288036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2621585"/>
            <a:ext cx="100584" cy="1005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45352" y="25740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worker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976872" y="2574036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lange Pipeline-Läufe async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080760" y="2825496"/>
            <a:ext cx="288036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80760" y="2927909"/>
            <a:ext cx="100584" cy="1005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45352" y="28803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redis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976872" y="2880360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Broker und Task-Status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080760" y="3131820"/>
            <a:ext cx="288036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080760" y="3234233"/>
            <a:ext cx="100584" cy="1005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45352" y="31866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postgres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976872" y="3186684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PostGIS, Hubs, Routen, KPIs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080760" y="3438144"/>
            <a:ext cx="288036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080760" y="3540557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45352" y="34930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osrm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976872" y="3493008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Straßendistanzen und Fahrzeiten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080760" y="381762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44768" y="3817620"/>
            <a:ext cx="2816352" cy="9144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45352" y="38907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Warum diese Trennung?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245352" y="4119372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Pipeline-Läufe dauern Minuten: FastAPI nimmt den Auftrag an, Redis puffert ihn, Celery rechnet im Hintergrund und PostgreSQL speichert jedes Ergebnis.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74320" y="4910328"/>
            <a:ext cx="859536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49286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Optimierung von Logistikrouten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8412480" y="4928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Systemarchitektur – Container-Aufbau im Docker-Compose-Stack</dc:title>
  <dc:subject>PptxGenJS Presentation</dc:subject>
  <dc:creator>PptxGenJS</dc:creator>
  <cp:lastModifiedBy>PptxGenJS</cp:lastModifiedBy>
  <cp:revision>1</cp:revision>
  <dcterms:created xsi:type="dcterms:W3CDTF">2026-06-11T11:07:33Z</dcterms:created>
  <dcterms:modified xsi:type="dcterms:W3CDTF">2026-06-11T11:07:33Z</dcterms:modified>
</cp:coreProperties>
</file>